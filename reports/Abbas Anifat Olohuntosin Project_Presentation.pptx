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06" r:id="rId1"/>
  </p:sldMasterIdLst>
  <p:sldIdLst>
    <p:sldId id="268" r:id="rId2"/>
    <p:sldId id="269" r:id="rId3"/>
    <p:sldId id="270" r:id="rId4"/>
    <p:sldId id="278" r:id="rId5"/>
    <p:sldId id="272" r:id="rId6"/>
    <p:sldId id="273" r:id="rId7"/>
    <p:sldId id="274" r:id="rId8"/>
    <p:sldId id="275" r:id="rId9"/>
    <p:sldId id="276" r:id="rId10"/>
    <p:sldId id="277" r:id="rId11"/>
    <p:sldId id="279"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4C00"/>
    <a:srgbClr val="002E15"/>
    <a:srgbClr val="88F4B4"/>
    <a:srgbClr val="004821"/>
    <a:srgbClr val="008A3E"/>
    <a:srgbClr val="EAB200"/>
    <a:srgbClr val="00CC00"/>
    <a:srgbClr val="F4FEF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168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esktop\Personal%20project\Abbas%20Anifat%20project%20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Desktop\Personal%20project\Abbas%20Anifat%20project%20Dataset.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[Abbas Anifat project Dataset.xlsx]Sheet1!PivotTable64</c:name>
    <c:fmtId val="17"/>
  </c:pivotSource>
  <c:chart>
    <c:title>
      <c:tx>
        <c:rich>
          <a:bodyPr rot="0" spcFirstLastPara="1" vertOverflow="ellipsis" vert="horz" wrap="square" anchor="ctr" anchorCtr="1"/>
          <a:lstStyle/>
          <a:p>
            <a:pPr>
              <a:defRPr sz="1400" b="0" i="0" u="none" strike="noStrike" kern="1200" spc="0" baseline="0">
                <a:solidFill>
                  <a:srgbClr val="EAB200"/>
                </a:solidFill>
                <a:latin typeface="+mn-lt"/>
                <a:ea typeface="+mn-ea"/>
                <a:cs typeface="+mn-cs"/>
              </a:defRPr>
            </a:pPr>
            <a:r>
              <a:rPr lang="en-US">
                <a:solidFill>
                  <a:srgbClr val="EAB200"/>
                </a:solidFill>
              </a:rPr>
              <a:t> GDP (US$) by Economic performance label</a:t>
            </a:r>
          </a:p>
        </c:rich>
      </c:tx>
      <c:layout>
        <c:manualLayout>
          <c:xMode val="edge"/>
          <c:yMode val="edge"/>
          <c:x val="0.10796974442674591"/>
          <c:y val="3.040477857779852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rgbClr val="EAB200"/>
              </a:solidFill>
              <a:latin typeface="+mn-lt"/>
              <a:ea typeface="+mn-ea"/>
              <a:cs typeface="+mn-cs"/>
            </a:defRPr>
          </a:pPr>
          <a:endParaRPr lang="en-US"/>
        </a:p>
      </c:txPr>
    </c:title>
    <c:autoTitleDeleted val="0"/>
    <c:pivotFmts>
      <c:pivotFmt>
        <c:idx val="0"/>
        <c:spPr>
          <a:solidFill>
            <a:schemeClr val="accent2">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lumMod val="50000"/>
            </a:schemeClr>
          </a:solidFill>
          <a:ln>
            <a:noFill/>
          </a:ln>
          <a:effectLst/>
        </c:spPr>
        <c:dLbl>
          <c:idx val="0"/>
          <c:layout>
            <c:manualLayout>
              <c:x val="-1.0185067526415994E-16"/>
              <c:y val="-4.2437781360066642E-17"/>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2">
              <a:lumMod val="50000"/>
            </a:schemeClr>
          </a:solidFill>
          <a:ln>
            <a:noFill/>
          </a:ln>
          <a:effectLst/>
        </c:spPr>
        <c:dLbl>
          <c:idx val="0"/>
          <c:layout>
            <c:manualLayout>
              <c:x val="-1.0185067526415994E-16"/>
              <c:y val="-4.2437781360066642E-1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2">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2">
              <a:lumMod val="50000"/>
            </a:schemeClr>
          </a:solidFill>
          <a:ln>
            <a:noFill/>
          </a:ln>
          <a:effectLst/>
        </c:spPr>
        <c:dLbl>
          <c:idx val="0"/>
          <c:layout>
            <c:manualLayout>
              <c:x val="-1.0185067526415994E-16"/>
              <c:y val="-4.2437781360066642E-1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rgbClr val="644C00"/>
            </a:solidFill>
            <a:ln>
              <a:noFill/>
            </a:ln>
            <a:effectLst/>
          </c:spPr>
          <c:invertIfNegative val="0"/>
          <c:dLbls>
            <c:dLbl>
              <c:idx val="2"/>
              <c:layout>
                <c:manualLayout>
                  <c:x val="-1.0185067526415994E-16"/>
                  <c:y val="-4.2437781360066642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55E-4048-A45D-B8AF4D16D65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poly"/>
            <c:order val="2"/>
            <c:dispRSqr val="0"/>
            <c:dispEq val="0"/>
          </c:trendline>
          <c:cat>
            <c:strRef>
              <c:f>Sheet1!$A$4:$A$6</c:f>
              <c:strCache>
                <c:ptCount val="3"/>
                <c:pt idx="0">
                  <c:v>Decline</c:v>
                </c:pt>
                <c:pt idx="1">
                  <c:v>Strong Growth</c:v>
                </c:pt>
                <c:pt idx="2">
                  <c:v>Weak Growth</c:v>
                </c:pt>
              </c:strCache>
            </c:strRef>
          </c:cat>
          <c:val>
            <c:numRef>
              <c:f>Sheet1!$B$4:$B$6</c:f>
              <c:numCache>
                <c:formatCode>General</c:formatCode>
                <c:ptCount val="3"/>
                <c:pt idx="0">
                  <c:v>1003235943071.2329</c:v>
                </c:pt>
                <c:pt idx="1">
                  <c:v>3680916600159.6045</c:v>
                </c:pt>
                <c:pt idx="2">
                  <c:v>3031850393266.7378</c:v>
                </c:pt>
              </c:numCache>
            </c:numRef>
          </c:val>
          <c:extLst>
            <c:ext xmlns:c16="http://schemas.microsoft.com/office/drawing/2014/chart" uri="{C3380CC4-5D6E-409C-BE32-E72D297353CC}">
              <c16:uniqueId val="{00000002-355E-4048-A45D-B8AF4D16D657}"/>
            </c:ext>
          </c:extLst>
        </c:ser>
        <c:dLbls>
          <c:dLblPos val="outEnd"/>
          <c:showLegendKey val="0"/>
          <c:showVal val="1"/>
          <c:showCatName val="0"/>
          <c:showSerName val="0"/>
          <c:showPercent val="0"/>
          <c:showBubbleSize val="0"/>
        </c:dLbls>
        <c:gapWidth val="219"/>
        <c:overlap val="-27"/>
        <c:axId val="832041584"/>
        <c:axId val="1527918048"/>
      </c:barChart>
      <c:catAx>
        <c:axId val="832041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EAB200"/>
                </a:solidFill>
                <a:latin typeface="+mn-lt"/>
                <a:ea typeface="+mn-ea"/>
                <a:cs typeface="+mn-cs"/>
              </a:defRPr>
            </a:pPr>
            <a:endParaRPr lang="en-US"/>
          </a:p>
        </c:txPr>
        <c:crossAx val="1527918048"/>
        <c:crosses val="autoZero"/>
        <c:auto val="1"/>
        <c:lblAlgn val="ctr"/>
        <c:lblOffset val="100"/>
        <c:noMultiLvlLbl val="0"/>
      </c:catAx>
      <c:valAx>
        <c:axId val="1527918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EAB200"/>
                </a:solidFill>
                <a:latin typeface="+mn-lt"/>
                <a:ea typeface="+mn-ea"/>
                <a:cs typeface="+mn-cs"/>
              </a:defRPr>
            </a:pPr>
            <a:endParaRPr lang="en-US"/>
          </a:p>
        </c:txPr>
        <c:crossAx val="8320415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1"/>
        <c:dLbls>
          <c:showLegendKey val="0"/>
          <c:showVal val="1"/>
          <c:showCatName val="0"/>
          <c:showSerName val="0"/>
          <c:showPercent val="0"/>
          <c:showBubbleSize val="0"/>
        </c:dLbls>
        <c:marker val="1"/>
        <c:smooth val="0"/>
        <c:axId val="325808223"/>
        <c:axId val="325798623"/>
      </c:lineChart>
      <c:catAx>
        <c:axId val="325808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2"/>
                </a:solidFill>
                <a:latin typeface="+mn-lt"/>
                <a:ea typeface="+mn-ea"/>
                <a:cs typeface="+mn-cs"/>
              </a:defRPr>
            </a:pPr>
            <a:endParaRPr lang="ru-RU"/>
          </a:p>
        </c:txPr>
        <c:crossAx val="325798623"/>
        <c:crosses val="autoZero"/>
        <c:auto val="1"/>
        <c:lblAlgn val="ctr"/>
        <c:lblOffset val="100"/>
        <c:noMultiLvlLbl val="0"/>
      </c:catAx>
      <c:valAx>
        <c:axId val="325798623"/>
        <c:scaling>
          <c:orientation val="minMax"/>
        </c:scaling>
        <c:delete val="1"/>
        <c:axPos val="l"/>
        <c:numFmt formatCode="General" sourceLinked="1"/>
        <c:majorTickMark val="none"/>
        <c:minorTickMark val="none"/>
        <c:tickLblPos val="nextTo"/>
        <c:crossAx val="3258082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rgbClr val="00CC00"/>
                </a:solidFill>
                <a:latin typeface="+mn-lt"/>
                <a:ea typeface="+mn-ea"/>
                <a:cs typeface="+mn-cs"/>
              </a:defRPr>
            </a:pPr>
            <a:r>
              <a:rPr lang="en-US" baseline="0" dirty="0">
                <a:solidFill>
                  <a:srgbClr val="00CC00"/>
                </a:solidFill>
              </a:rPr>
              <a:t>Trend Of Agriculture And Oil Rev.</a:t>
            </a:r>
          </a:p>
        </c:rich>
      </c:tx>
      <c:layout>
        <c:manualLayout>
          <c:xMode val="edge"/>
          <c:yMode val="edge"/>
          <c:x val="0.11334713271867591"/>
          <c:y val="1.9440108056704524E-2"/>
        </c:manualLayout>
      </c:layout>
      <c:overlay val="0"/>
      <c:spPr>
        <a:noFill/>
        <a:ln>
          <a:noFill/>
        </a:ln>
        <a:effectLst/>
      </c:spPr>
      <c:txPr>
        <a:bodyPr rot="0" spcFirstLastPara="1" vertOverflow="ellipsis" vert="horz" wrap="square" anchor="ctr" anchorCtr="1"/>
        <a:lstStyle/>
        <a:p>
          <a:pPr>
            <a:defRPr sz="2128" b="1" i="0" u="none" strike="noStrike" kern="1200" baseline="0">
              <a:solidFill>
                <a:srgbClr val="00CC00"/>
              </a:solidFill>
              <a:latin typeface="+mn-lt"/>
              <a:ea typeface="+mn-ea"/>
              <a:cs typeface="+mn-cs"/>
            </a:defRPr>
          </a:pPr>
          <a:endParaRPr lang="en-US"/>
        </a:p>
      </c:txPr>
    </c:title>
    <c:autoTitleDeleted val="0"/>
    <c:plotArea>
      <c:layout>
        <c:manualLayout>
          <c:layoutTarget val="inner"/>
          <c:xMode val="edge"/>
          <c:yMode val="edge"/>
          <c:x val="0.10765414191647096"/>
          <c:y val="0.19008373540065102"/>
          <c:w val="0.82764129483814519"/>
          <c:h val="0.6153546952464275"/>
        </c:manualLayout>
      </c:layout>
      <c:lineChart>
        <c:grouping val="standard"/>
        <c:varyColors val="0"/>
        <c:ser>
          <c:idx val="0"/>
          <c:order val="0"/>
          <c:tx>
            <c:strRef>
              <c:f>'Cleaned data'!$C$1</c:f>
              <c:strCache>
                <c:ptCount val="1"/>
                <c:pt idx="0">
                  <c:v>Agriculture Value</c:v>
                </c:pt>
              </c:strCache>
            </c:strRef>
          </c:tx>
          <c:spPr>
            <a:ln w="31750" cap="rnd">
              <a:solidFill>
                <a:srgbClr val="00CC00"/>
              </a:solidFill>
              <a:round/>
            </a:ln>
            <a:effectLst/>
          </c:spPr>
          <c:marker>
            <c:symbol val="none"/>
          </c:marker>
          <c:cat>
            <c:numRef>
              <c:f>'Cleaned data'!$A$2:$A$23</c:f>
              <c:numCache>
                <c:formatCode>General</c:formatCod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numCache>
            </c:numRef>
          </c:cat>
          <c:val>
            <c:numRef>
              <c:f>'Cleaned data'!$C$2:$C$23</c:f>
              <c:numCache>
                <c:formatCode>General</c:formatCode>
                <c:ptCount val="22"/>
                <c:pt idx="0">
                  <c:v>21.356999999999999</c:v>
                </c:pt>
                <c:pt idx="1">
                  <c:v>24.475000000000001</c:v>
                </c:pt>
                <c:pt idx="2">
                  <c:v>36.965000000000003</c:v>
                </c:pt>
                <c:pt idx="3">
                  <c:v>33.826999999999998</c:v>
                </c:pt>
                <c:pt idx="4">
                  <c:v>27.23</c:v>
                </c:pt>
                <c:pt idx="5">
                  <c:v>26.088999999999999</c:v>
                </c:pt>
                <c:pt idx="6">
                  <c:v>24.734999999999999</c:v>
                </c:pt>
                <c:pt idx="7">
                  <c:v>24.663</c:v>
                </c:pt>
                <c:pt idx="8">
                  <c:v>25.28</c:v>
                </c:pt>
                <c:pt idx="9">
                  <c:v>26.748999999999999</c:v>
                </c:pt>
                <c:pt idx="10">
                  <c:v>23.893999999999998</c:v>
                </c:pt>
                <c:pt idx="11">
                  <c:v>22.234999999999999</c:v>
                </c:pt>
                <c:pt idx="12">
                  <c:v>21.86</c:v>
                </c:pt>
                <c:pt idx="13">
                  <c:v>20.759</c:v>
                </c:pt>
                <c:pt idx="14">
                  <c:v>19.989999999999998</c:v>
                </c:pt>
                <c:pt idx="15">
                  <c:v>20.632000000000001</c:v>
                </c:pt>
                <c:pt idx="16">
                  <c:v>20.983000000000001</c:v>
                </c:pt>
                <c:pt idx="17">
                  <c:v>20.847000000000001</c:v>
                </c:pt>
                <c:pt idx="18">
                  <c:v>21.204000000000001</c:v>
                </c:pt>
                <c:pt idx="19">
                  <c:v>25.734999999999999</c:v>
                </c:pt>
                <c:pt idx="20">
                  <c:v>28.344999999999999</c:v>
                </c:pt>
                <c:pt idx="21">
                  <c:v>29.388000000000002</c:v>
                </c:pt>
              </c:numCache>
            </c:numRef>
          </c:val>
          <c:smooth val="0"/>
          <c:extLst>
            <c:ext xmlns:c16="http://schemas.microsoft.com/office/drawing/2014/chart" uri="{C3380CC4-5D6E-409C-BE32-E72D297353CC}">
              <c16:uniqueId val="{00000000-4007-4E38-BABB-E461EC65F0E9}"/>
            </c:ext>
          </c:extLst>
        </c:ser>
        <c:ser>
          <c:idx val="1"/>
          <c:order val="1"/>
          <c:tx>
            <c:strRef>
              <c:f>'Cleaned data'!$D$1</c:f>
              <c:strCache>
                <c:ptCount val="1"/>
                <c:pt idx="0">
                  <c:v>Oil Rents</c:v>
                </c:pt>
              </c:strCache>
            </c:strRef>
          </c:tx>
          <c:spPr>
            <a:ln w="31750" cap="rnd">
              <a:solidFill>
                <a:srgbClr val="FFC000"/>
              </a:solidFill>
              <a:round/>
            </a:ln>
            <a:effectLst/>
          </c:spPr>
          <c:marker>
            <c:symbol val="none"/>
          </c:marker>
          <c:cat>
            <c:numRef>
              <c:f>'Cleaned data'!$A$2:$A$23</c:f>
              <c:numCache>
                <c:formatCode>General</c:formatCod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numCache>
            </c:numRef>
          </c:cat>
          <c:val>
            <c:numRef>
              <c:f>'Cleaned data'!$D$2:$D$23</c:f>
              <c:numCache>
                <c:formatCode>General</c:formatCode>
                <c:ptCount val="22"/>
                <c:pt idx="0">
                  <c:v>22.05</c:v>
                </c:pt>
                <c:pt idx="1">
                  <c:v>15.234999999999999</c:v>
                </c:pt>
                <c:pt idx="2">
                  <c:v>11.145</c:v>
                </c:pt>
                <c:pt idx="3">
                  <c:v>12.12</c:v>
                </c:pt>
                <c:pt idx="4">
                  <c:v>14.417999999999999</c:v>
                </c:pt>
                <c:pt idx="5">
                  <c:v>17.696000000000002</c:v>
                </c:pt>
                <c:pt idx="6">
                  <c:v>14.88</c:v>
                </c:pt>
                <c:pt idx="7">
                  <c:v>13.834</c:v>
                </c:pt>
                <c:pt idx="8">
                  <c:v>15.53</c:v>
                </c:pt>
                <c:pt idx="9">
                  <c:v>8.6739999999999995</c:v>
                </c:pt>
                <c:pt idx="10">
                  <c:v>12.099</c:v>
                </c:pt>
                <c:pt idx="11">
                  <c:v>15.510999999999999</c:v>
                </c:pt>
                <c:pt idx="12">
                  <c:v>13.09</c:v>
                </c:pt>
                <c:pt idx="13">
                  <c:v>9.8800000000000008</c:v>
                </c:pt>
                <c:pt idx="14">
                  <c:v>7.0739999999999998</c:v>
                </c:pt>
                <c:pt idx="15">
                  <c:v>2.7829999999999999</c:v>
                </c:pt>
                <c:pt idx="16">
                  <c:v>2.6840000000000002</c:v>
                </c:pt>
                <c:pt idx="17">
                  <c:v>5.4729999999999999</c:v>
                </c:pt>
                <c:pt idx="18">
                  <c:v>7.6909999999999998</c:v>
                </c:pt>
                <c:pt idx="19">
                  <c:v>6.5149999999999997</c:v>
                </c:pt>
                <c:pt idx="20">
                  <c:v>3.3119999999999998</c:v>
                </c:pt>
                <c:pt idx="21">
                  <c:v>6.2469999999999999</c:v>
                </c:pt>
              </c:numCache>
            </c:numRef>
          </c:val>
          <c:smooth val="0"/>
          <c:extLst>
            <c:ext xmlns:c16="http://schemas.microsoft.com/office/drawing/2014/chart" uri="{C3380CC4-5D6E-409C-BE32-E72D297353CC}">
              <c16:uniqueId val="{00000001-4007-4E38-BABB-E461EC65F0E9}"/>
            </c:ext>
          </c:extLst>
        </c:ser>
        <c:dLbls>
          <c:showLegendKey val="0"/>
          <c:showVal val="0"/>
          <c:showCatName val="0"/>
          <c:showSerName val="0"/>
          <c:showPercent val="0"/>
          <c:showBubbleSize val="0"/>
        </c:dLbls>
        <c:smooth val="0"/>
        <c:axId val="1915654544"/>
        <c:axId val="1915679504"/>
      </c:lineChart>
      <c:catAx>
        <c:axId val="1915654544"/>
        <c:scaling>
          <c:orientation val="minMax"/>
        </c:scaling>
        <c:delete val="0"/>
        <c:axPos val="b"/>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CC00"/>
                </a:solidFill>
                <a:latin typeface="+mn-lt"/>
                <a:ea typeface="+mn-ea"/>
                <a:cs typeface="+mn-cs"/>
              </a:defRPr>
            </a:pPr>
            <a:endParaRPr lang="en-US"/>
          </a:p>
        </c:txPr>
        <c:crossAx val="1915679504"/>
        <c:crosses val="autoZero"/>
        <c:auto val="1"/>
        <c:lblAlgn val="ctr"/>
        <c:lblOffset val="100"/>
        <c:noMultiLvlLbl val="0"/>
      </c:catAx>
      <c:valAx>
        <c:axId val="1915679504"/>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CC00"/>
                </a:solidFill>
                <a:latin typeface="+mn-lt"/>
                <a:ea typeface="+mn-ea"/>
                <a:cs typeface="+mn-cs"/>
              </a:defRPr>
            </a:pPr>
            <a:endParaRPr lang="en-US"/>
          </a:p>
        </c:txPr>
        <c:crossAx val="1915654544"/>
        <c:crosses val="autoZero"/>
        <c:crossBetween val="between"/>
      </c:valAx>
      <c:spPr>
        <a:noFill/>
        <a:ln>
          <a:noFill/>
        </a:ln>
        <a:effectLst/>
      </c:spPr>
    </c:plotArea>
    <c:legend>
      <c:legendPos val="b"/>
      <c:layout>
        <c:manualLayout>
          <c:xMode val="edge"/>
          <c:yMode val="edge"/>
          <c:x val="0.16809819132432752"/>
          <c:y val="0.91749890290532632"/>
          <c:w val="0.66380361735134497"/>
          <c:h val="4.7634815935178702E-2"/>
        </c:manualLayout>
      </c:layout>
      <c:overlay val="0"/>
      <c:spPr>
        <a:noFill/>
        <a:ln>
          <a:noFill/>
        </a:ln>
        <a:effectLst/>
      </c:spPr>
      <c:txPr>
        <a:bodyPr rot="0" spcFirstLastPara="1" vertOverflow="ellipsis" vert="horz" wrap="square" anchor="ctr" anchorCtr="1"/>
        <a:lstStyle/>
        <a:p>
          <a:pPr>
            <a:defRPr sz="1197" b="0" i="0" u="none" strike="noStrike" kern="1200" baseline="0">
              <a:solidFill>
                <a:srgbClr val="00CC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31">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gradFill>
          <a:gsLst>
            <a:gs pos="75000">
              <a:schemeClr val="bg2"/>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3" name="Content Placeholder 9">
            <a:extLst>
              <a:ext uri="{FF2B5EF4-FFF2-40B4-BE49-F238E27FC236}">
                <a16:creationId xmlns:a16="http://schemas.microsoft.com/office/drawing/2014/main" id="{869B5C48-DCC9-8553-4B07-B68CBD8B1512}"/>
              </a:ext>
            </a:extLst>
          </p:cNvPr>
          <p:cNvSpPr>
            <a:spLocks noGrp="1"/>
          </p:cNvSpPr>
          <p:nvPr>
            <p:ph sz="quarter" idx="13"/>
          </p:nvPr>
        </p:nvSpPr>
        <p:spPr>
          <a:xfrm>
            <a:off x="4652963" y="584201"/>
            <a:ext cx="4050506" cy="5688247"/>
          </a:xfrm>
          <a:prstGeom prst="roundRect">
            <a:avLst>
              <a:gd name="adj" fmla="val 8201"/>
            </a:avLst>
          </a:prstGeom>
          <a:noFill/>
          <a:ln w="12700">
            <a:noFill/>
          </a:ln>
        </p:spPr>
        <p:txBody>
          <a:bodyPr lIns="72000" tIns="216000" rIns="72000" bIns="216000" anchor="ctr" anchorCtr="0">
            <a:noAutofit/>
          </a:bodyPr>
          <a:lstStyle>
            <a:lvl1pPr marL="0">
              <a:lnSpc>
                <a:spcPct val="90000"/>
              </a:lnSpc>
              <a:spcBef>
                <a:spcPts val="450"/>
              </a:spcBef>
              <a:buFont typeface="Arial" panose="020B0604020202020204" pitchFamily="34" charset="0"/>
              <a:buNone/>
              <a:defRPr sz="3600" b="0">
                <a:solidFill>
                  <a:schemeClr val="tx1"/>
                </a:solidFill>
                <a:latin typeface="+mj-lt"/>
              </a:defRPr>
            </a:lvl1pPr>
            <a:lvl2pPr>
              <a:defRPr sz="1050"/>
            </a:lvl2pPr>
            <a:lvl3pPr>
              <a:defRPr sz="1050"/>
            </a:lvl3pPr>
            <a:lvl4pPr>
              <a:defRPr sz="1050"/>
            </a:lvl4pPr>
            <a:lvl5pPr>
              <a:defRPr sz="1050"/>
            </a:lvl5pPr>
          </a:lstStyle>
          <a:p>
            <a:pPr lvl="0"/>
            <a:r>
              <a:rPr lang="en-US" dirty="0"/>
              <a:t>Click to edit Master text styles</a:t>
            </a:r>
          </a:p>
        </p:txBody>
      </p:sp>
      <p:sp>
        <p:nvSpPr>
          <p:cNvPr id="4" name="Content Placeholder 9">
            <a:extLst>
              <a:ext uri="{FF2B5EF4-FFF2-40B4-BE49-F238E27FC236}">
                <a16:creationId xmlns:a16="http://schemas.microsoft.com/office/drawing/2014/main" id="{BC6F658A-7D5B-64CD-244D-94A16F3EE3A6}"/>
              </a:ext>
            </a:extLst>
          </p:cNvPr>
          <p:cNvSpPr>
            <a:spLocks noGrp="1"/>
          </p:cNvSpPr>
          <p:nvPr>
            <p:ph sz="quarter" idx="14"/>
          </p:nvPr>
        </p:nvSpPr>
        <p:spPr>
          <a:xfrm>
            <a:off x="440532" y="584201"/>
            <a:ext cx="4050506" cy="5687375"/>
          </a:xfrm>
          <a:prstGeom prst="roundRect">
            <a:avLst>
              <a:gd name="adj" fmla="val 8201"/>
            </a:avLst>
          </a:prstGeom>
          <a:noFill/>
          <a:ln w="12700">
            <a:noFill/>
          </a:ln>
        </p:spPr>
        <p:txBody>
          <a:bodyPr lIns="72000" tIns="216000" rIns="72000" bIns="216000" anchor="ctr" anchorCtr="0">
            <a:noAutofit/>
          </a:bodyPr>
          <a:lstStyle>
            <a:lvl1pPr marL="0">
              <a:lnSpc>
                <a:spcPct val="90000"/>
              </a:lnSpc>
              <a:spcBef>
                <a:spcPts val="450"/>
              </a:spcBef>
              <a:buFont typeface="Arial" panose="020B0604020202020204" pitchFamily="34" charset="0"/>
              <a:buNone/>
              <a:defRPr sz="3600" b="0">
                <a:solidFill>
                  <a:schemeClr val="tx1"/>
                </a:solidFill>
                <a:latin typeface="+mj-lt"/>
              </a:defRPr>
            </a:lvl1pPr>
            <a:lvl2pPr>
              <a:defRPr sz="1050"/>
            </a:lvl2pPr>
            <a:lvl3pPr>
              <a:defRPr sz="1050"/>
            </a:lvl3pPr>
            <a:lvl4pPr>
              <a:defRPr sz="1050"/>
            </a:lvl4pPr>
            <a:lvl5pPr>
              <a:defRPr sz="1050"/>
            </a:lvl5pPr>
          </a:lstStyle>
          <a:p>
            <a:pPr lvl="0"/>
            <a:r>
              <a:rPr lang="en-US" dirty="0"/>
              <a:t>Click to edit Master text styles</a:t>
            </a:r>
          </a:p>
        </p:txBody>
      </p:sp>
      <p:grpSp>
        <p:nvGrpSpPr>
          <p:cNvPr id="13" name="Group 12">
            <a:extLst>
              <a:ext uri="{FF2B5EF4-FFF2-40B4-BE49-F238E27FC236}">
                <a16:creationId xmlns:a16="http://schemas.microsoft.com/office/drawing/2014/main" id="{204C7425-76EC-A9EF-E46E-0428BC9BE52D}"/>
              </a:ext>
            </a:extLst>
          </p:cNvPr>
          <p:cNvGrpSpPr/>
          <p:nvPr/>
        </p:nvGrpSpPr>
        <p:grpSpPr>
          <a:xfrm>
            <a:off x="8064486" y="658582"/>
            <a:ext cx="594081" cy="748491"/>
            <a:chOff x="9654208" y="2360582"/>
            <a:chExt cx="735123" cy="694644"/>
          </a:xfrm>
        </p:grpSpPr>
        <p:sp>
          <p:nvSpPr>
            <p:cNvPr id="14" name="Oval 13">
              <a:extLst>
                <a:ext uri="{FF2B5EF4-FFF2-40B4-BE49-F238E27FC236}">
                  <a16:creationId xmlns:a16="http://schemas.microsoft.com/office/drawing/2014/main" id="{883A3408-583A-C068-5C81-4AB1A66F1254}"/>
                </a:ext>
              </a:extLst>
            </p:cNvPr>
            <p:cNvSpPr/>
            <p:nvPr/>
          </p:nvSpPr>
          <p:spPr>
            <a:xfrm>
              <a:off x="9654208" y="2360582"/>
              <a:ext cx="419528" cy="419528"/>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5" name="Oval 14">
              <a:extLst>
                <a:ext uri="{FF2B5EF4-FFF2-40B4-BE49-F238E27FC236}">
                  <a16:creationId xmlns:a16="http://schemas.microsoft.com/office/drawing/2014/main" id="{A9FC67E4-FC29-6E2C-6017-955ED2A78442}"/>
                </a:ext>
              </a:extLst>
            </p:cNvPr>
            <p:cNvSpPr/>
            <p:nvPr/>
          </p:nvSpPr>
          <p:spPr>
            <a:xfrm>
              <a:off x="9969803" y="2360582"/>
              <a:ext cx="419528" cy="419528"/>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6" name="Oval 15">
              <a:extLst>
                <a:ext uri="{FF2B5EF4-FFF2-40B4-BE49-F238E27FC236}">
                  <a16:creationId xmlns:a16="http://schemas.microsoft.com/office/drawing/2014/main" id="{C10B715A-FAD8-2A87-6F8D-A4C7216F5A31}"/>
                </a:ext>
              </a:extLst>
            </p:cNvPr>
            <p:cNvSpPr/>
            <p:nvPr/>
          </p:nvSpPr>
          <p:spPr>
            <a:xfrm>
              <a:off x="9654208" y="2635698"/>
              <a:ext cx="419528" cy="419528"/>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7" name="Oval 16">
              <a:extLst>
                <a:ext uri="{FF2B5EF4-FFF2-40B4-BE49-F238E27FC236}">
                  <a16:creationId xmlns:a16="http://schemas.microsoft.com/office/drawing/2014/main" id="{444116CC-B741-80BC-C864-2E38F93D92EF}"/>
                </a:ext>
              </a:extLst>
            </p:cNvPr>
            <p:cNvSpPr/>
            <p:nvPr/>
          </p:nvSpPr>
          <p:spPr>
            <a:xfrm>
              <a:off x="9969803" y="2635698"/>
              <a:ext cx="419528" cy="419528"/>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grpSp>
      <p:grpSp>
        <p:nvGrpSpPr>
          <p:cNvPr id="24" name="Group 23">
            <a:extLst>
              <a:ext uri="{FF2B5EF4-FFF2-40B4-BE49-F238E27FC236}">
                <a16:creationId xmlns:a16="http://schemas.microsoft.com/office/drawing/2014/main" id="{D83E6304-8B71-2E94-574F-2761B8B079AE}"/>
              </a:ext>
            </a:extLst>
          </p:cNvPr>
          <p:cNvGrpSpPr/>
          <p:nvPr/>
        </p:nvGrpSpPr>
        <p:grpSpPr>
          <a:xfrm>
            <a:off x="493511" y="658582"/>
            <a:ext cx="594081" cy="748491"/>
            <a:chOff x="9654208" y="2360582"/>
            <a:chExt cx="735123" cy="694644"/>
          </a:xfrm>
        </p:grpSpPr>
        <p:sp>
          <p:nvSpPr>
            <p:cNvPr id="25" name="Oval 24">
              <a:extLst>
                <a:ext uri="{FF2B5EF4-FFF2-40B4-BE49-F238E27FC236}">
                  <a16:creationId xmlns:a16="http://schemas.microsoft.com/office/drawing/2014/main" id="{00A90C3D-AC33-1324-2335-EDB3C12E4EDB}"/>
                </a:ext>
              </a:extLst>
            </p:cNvPr>
            <p:cNvSpPr/>
            <p:nvPr/>
          </p:nvSpPr>
          <p:spPr>
            <a:xfrm>
              <a:off x="9654208" y="2360582"/>
              <a:ext cx="419528" cy="419528"/>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26" name="Oval 25">
              <a:extLst>
                <a:ext uri="{FF2B5EF4-FFF2-40B4-BE49-F238E27FC236}">
                  <a16:creationId xmlns:a16="http://schemas.microsoft.com/office/drawing/2014/main" id="{4F252153-44A5-1D33-B8A2-E8611611A9BE}"/>
                </a:ext>
              </a:extLst>
            </p:cNvPr>
            <p:cNvSpPr/>
            <p:nvPr/>
          </p:nvSpPr>
          <p:spPr>
            <a:xfrm>
              <a:off x="9969803" y="2360582"/>
              <a:ext cx="419528" cy="419528"/>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27" name="Oval 26">
              <a:extLst>
                <a:ext uri="{FF2B5EF4-FFF2-40B4-BE49-F238E27FC236}">
                  <a16:creationId xmlns:a16="http://schemas.microsoft.com/office/drawing/2014/main" id="{57BCE68D-F7F0-B89E-085E-DEE05A9A89BA}"/>
                </a:ext>
              </a:extLst>
            </p:cNvPr>
            <p:cNvSpPr/>
            <p:nvPr/>
          </p:nvSpPr>
          <p:spPr>
            <a:xfrm>
              <a:off x="9654208" y="2635698"/>
              <a:ext cx="419528" cy="419528"/>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28" name="Oval 27">
              <a:extLst>
                <a:ext uri="{FF2B5EF4-FFF2-40B4-BE49-F238E27FC236}">
                  <a16:creationId xmlns:a16="http://schemas.microsoft.com/office/drawing/2014/main" id="{2A45AEF3-390B-2342-F2AA-7554D13D3267}"/>
                </a:ext>
              </a:extLst>
            </p:cNvPr>
            <p:cNvSpPr/>
            <p:nvPr/>
          </p:nvSpPr>
          <p:spPr>
            <a:xfrm>
              <a:off x="9969803" y="2635698"/>
              <a:ext cx="419528" cy="419528"/>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grpSp>
    </p:spTree>
    <p:extLst>
      <p:ext uri="{BB962C8B-B14F-4D97-AF65-F5344CB8AC3E}">
        <p14:creationId xmlns:p14="http://schemas.microsoft.com/office/powerpoint/2010/main" val="854515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ection">
    <p:bg>
      <p:bgPr>
        <a:gradFill>
          <a:gsLst>
            <a:gs pos="75000">
              <a:schemeClr val="bg2"/>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4" name="Content Placeholder 9">
            <a:extLst>
              <a:ext uri="{FF2B5EF4-FFF2-40B4-BE49-F238E27FC236}">
                <a16:creationId xmlns:a16="http://schemas.microsoft.com/office/drawing/2014/main" id="{BC6F658A-7D5B-64CD-244D-94A16F3EE3A6}"/>
              </a:ext>
            </a:extLst>
          </p:cNvPr>
          <p:cNvSpPr>
            <a:spLocks noGrp="1"/>
          </p:cNvSpPr>
          <p:nvPr>
            <p:ph sz="quarter" idx="14"/>
          </p:nvPr>
        </p:nvSpPr>
        <p:spPr>
          <a:xfrm>
            <a:off x="440532" y="584201"/>
            <a:ext cx="8262937" cy="5687375"/>
          </a:xfrm>
          <a:prstGeom prst="roundRect">
            <a:avLst>
              <a:gd name="adj" fmla="val 7391"/>
            </a:avLst>
          </a:prstGeom>
          <a:noFill/>
          <a:ln w="12700">
            <a:solidFill>
              <a:schemeClr val="tx1"/>
            </a:solidFill>
          </a:ln>
        </p:spPr>
        <p:txBody>
          <a:bodyPr lIns="540000" tIns="360000" rIns="540000" bIns="360000" anchor="ctr" anchorCtr="0">
            <a:noAutofit/>
          </a:bodyPr>
          <a:lstStyle>
            <a:lvl1pPr marL="0" algn="ctr">
              <a:lnSpc>
                <a:spcPct val="90000"/>
              </a:lnSpc>
              <a:spcBef>
                <a:spcPts val="450"/>
              </a:spcBef>
              <a:buFont typeface="Arial" panose="020B0604020202020204" pitchFamily="34" charset="0"/>
              <a:buNone/>
              <a:defRPr sz="3600" b="0">
                <a:solidFill>
                  <a:schemeClr val="tx1"/>
                </a:solidFill>
                <a:latin typeface="+mj-lt"/>
              </a:defRPr>
            </a:lvl1pPr>
            <a:lvl2pPr>
              <a:defRPr sz="1050"/>
            </a:lvl2pPr>
            <a:lvl3pPr>
              <a:defRPr sz="1050"/>
            </a:lvl3pPr>
            <a:lvl4pPr>
              <a:defRPr sz="1050"/>
            </a:lvl4pPr>
            <a:lvl5pPr>
              <a:defRPr sz="1050"/>
            </a:lvl5pPr>
          </a:lstStyle>
          <a:p>
            <a:pPr lvl="0"/>
            <a:r>
              <a:rPr lang="en-US" dirty="0"/>
              <a:t>Click to edit Master text styles</a:t>
            </a:r>
          </a:p>
        </p:txBody>
      </p:sp>
      <p:pic>
        <p:nvPicPr>
          <p:cNvPr id="2" name="Graphic 1" descr="Arrow Right outline">
            <a:extLst>
              <a:ext uri="{FF2B5EF4-FFF2-40B4-BE49-F238E27FC236}">
                <a16:creationId xmlns:a16="http://schemas.microsoft.com/office/drawing/2014/main" id="{69FC46DF-06B4-561C-6E05-0AEE6BF2B7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01426" y="595708"/>
            <a:ext cx="540000" cy="720000"/>
          </a:xfrm>
          <a:prstGeom prst="rect">
            <a:avLst/>
          </a:prstGeom>
        </p:spPr>
      </p:pic>
    </p:spTree>
    <p:extLst>
      <p:ext uri="{BB962C8B-B14F-4D97-AF65-F5344CB8AC3E}">
        <p14:creationId xmlns:p14="http://schemas.microsoft.com/office/powerpoint/2010/main" val="310764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ZeroBox">
    <p:bg>
      <p:bgPr>
        <a:solidFill>
          <a:schemeClr val="bg2"/>
        </a:solidFill>
        <a:effectLst/>
      </p:bgPr>
    </p:bg>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ACD82C9D-06B8-6804-7C3B-104802359E83}"/>
              </a:ext>
            </a:extLst>
          </p:cNvPr>
          <p:cNvSpPr>
            <a:spLocks noGrp="1"/>
          </p:cNvSpPr>
          <p:nvPr>
            <p:ph sz="quarter" idx="14"/>
          </p:nvPr>
        </p:nvSpPr>
        <p:spPr>
          <a:xfrm>
            <a:off x="440532" y="584200"/>
            <a:ext cx="8262937" cy="5688248"/>
          </a:xfrm>
          <a:prstGeom prst="roundRect">
            <a:avLst>
              <a:gd name="adj" fmla="val 6307"/>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Tree>
    <p:extLst>
      <p:ext uri="{BB962C8B-B14F-4D97-AF65-F5344CB8AC3E}">
        <p14:creationId xmlns:p14="http://schemas.microsoft.com/office/powerpoint/2010/main" val="1240876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BoxV1">
    <p:bg>
      <p:bgPr>
        <a:gradFill flip="none" rotWithShape="1">
          <a:gsLst>
            <a:gs pos="75000">
              <a:schemeClr val="bg2"/>
            </a:gs>
            <a:gs pos="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48B9B565-4127-1749-CC94-387CE3F7E35C}"/>
              </a:ext>
            </a:extLst>
          </p:cNvPr>
          <p:cNvSpPr>
            <a:spLocks noGrp="1"/>
          </p:cNvSpPr>
          <p:nvPr>
            <p:ph type="title" hasCustomPrompt="1"/>
          </p:nvPr>
        </p:nvSpPr>
        <p:spPr>
          <a:xfrm>
            <a:off x="440531" y="598714"/>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12" name="Content Placeholder 9">
            <a:extLst>
              <a:ext uri="{FF2B5EF4-FFF2-40B4-BE49-F238E27FC236}">
                <a16:creationId xmlns:a16="http://schemas.microsoft.com/office/drawing/2014/main" id="{ACD82C9D-06B8-6804-7C3B-104802359E83}"/>
              </a:ext>
            </a:extLst>
          </p:cNvPr>
          <p:cNvSpPr>
            <a:spLocks noGrp="1"/>
          </p:cNvSpPr>
          <p:nvPr>
            <p:ph sz="quarter" idx="14"/>
          </p:nvPr>
        </p:nvSpPr>
        <p:spPr>
          <a:xfrm>
            <a:off x="440532" y="1484314"/>
            <a:ext cx="8262937" cy="4788134"/>
          </a:xfrm>
          <a:prstGeom prst="roundRect">
            <a:avLst>
              <a:gd name="adj" fmla="val 7550"/>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Tree>
    <p:extLst>
      <p:ext uri="{BB962C8B-B14F-4D97-AF65-F5344CB8AC3E}">
        <p14:creationId xmlns:p14="http://schemas.microsoft.com/office/powerpoint/2010/main" val="4283244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BoxIntro">
    <p:bg>
      <p:bgPr>
        <a:gradFill>
          <a:gsLst>
            <a:gs pos="75000">
              <a:schemeClr val="bg2"/>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2" name="Content Placeholder 9"/>
          <p:cNvSpPr>
            <a:spLocks noGrp="1"/>
          </p:cNvSpPr>
          <p:nvPr>
            <p:ph sz="quarter" idx="15"/>
          </p:nvPr>
        </p:nvSpPr>
        <p:spPr>
          <a:xfrm>
            <a:off x="440532" y="1941921"/>
            <a:ext cx="8262938" cy="4331880"/>
          </a:xfrm>
          <a:prstGeom prst="roundRect">
            <a:avLst>
              <a:gd name="adj" fmla="val 8575"/>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3" name="Intro Placeholder"/>
          <p:cNvSpPr>
            <a:spLocks noGrp="1"/>
          </p:cNvSpPr>
          <p:nvPr>
            <p:ph type="body" sz="quarter" idx="19"/>
          </p:nvPr>
        </p:nvSpPr>
        <p:spPr>
          <a:xfrm>
            <a:off x="441469" y="1296392"/>
            <a:ext cx="8262000" cy="422873"/>
          </a:xfrm>
        </p:spPr>
        <p:txBody>
          <a:bodyPr lIns="0" tIns="0" rIns="0" bIns="0">
            <a:noAutofit/>
          </a:bodyPr>
          <a:lstStyle>
            <a:lvl1pPr marL="0" indent="0">
              <a:lnSpc>
                <a:spcPct val="110000"/>
              </a:lnSpc>
              <a:spcBef>
                <a:spcPts val="450"/>
              </a:spcBef>
              <a:buNone/>
              <a:defRPr sz="975">
                <a:solidFill>
                  <a:schemeClr val="tx1"/>
                </a:solidFill>
              </a:defRPr>
            </a:lvl1pPr>
          </a:lstStyle>
          <a:p>
            <a:pPr lvl="0"/>
            <a:r>
              <a:rPr lang="en-US"/>
              <a:t>Click to edit intro text</a:t>
            </a:r>
          </a:p>
        </p:txBody>
      </p:sp>
      <p:sp>
        <p:nvSpPr>
          <p:cNvPr id="4" name="Title Placeholder"/>
          <p:cNvSpPr>
            <a:spLocks noGrp="1"/>
          </p:cNvSpPr>
          <p:nvPr>
            <p:ph type="title" hasCustomPrompt="1"/>
          </p:nvPr>
        </p:nvSpPr>
        <p:spPr>
          <a:xfrm>
            <a:off x="440531" y="601927"/>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2BoxV1">
    <p:bg>
      <p:bgPr>
        <a:solidFill>
          <a:schemeClr val="bg2"/>
        </a:solidFill>
        <a:effectLst/>
      </p:bgPr>
    </p:bg>
    <p:spTree>
      <p:nvGrpSpPr>
        <p:cNvPr id="1" name=""/>
        <p:cNvGrpSpPr/>
        <p:nvPr/>
      </p:nvGrpSpPr>
      <p:grpSpPr>
        <a:xfrm>
          <a:off x="0" y="0"/>
          <a:ext cx="0" cy="0"/>
          <a:chOff x="0" y="0"/>
          <a:chExt cx="0" cy="0"/>
        </a:xfrm>
      </p:grpSpPr>
      <p:sp>
        <p:nvSpPr>
          <p:cNvPr id="3" name="Content Placeholder 9">
            <a:extLst>
              <a:ext uri="{FF2B5EF4-FFF2-40B4-BE49-F238E27FC236}">
                <a16:creationId xmlns:a16="http://schemas.microsoft.com/office/drawing/2014/main" id="{869B5C48-DCC9-8553-4B07-B68CBD8B1512}"/>
              </a:ext>
            </a:extLst>
          </p:cNvPr>
          <p:cNvSpPr>
            <a:spLocks noGrp="1"/>
          </p:cNvSpPr>
          <p:nvPr>
            <p:ph sz="quarter" idx="13"/>
          </p:nvPr>
        </p:nvSpPr>
        <p:spPr>
          <a:xfrm>
            <a:off x="4652963" y="1490311"/>
            <a:ext cx="4050506" cy="4782137"/>
          </a:xfrm>
          <a:prstGeom prst="roundRect">
            <a:avLst>
              <a:gd name="adj" fmla="val 7638"/>
            </a:avLst>
          </a:prstGeom>
          <a:gradFill>
            <a:gsLst>
              <a:gs pos="100000">
                <a:schemeClr val="bg2"/>
              </a:gs>
              <a:gs pos="0">
                <a:schemeClr val="tx2"/>
              </a:gs>
            </a:gsLst>
            <a:path path="circle">
              <a:fillToRect l="100000" t="100000"/>
            </a:path>
          </a:gradFill>
          <a:ln w="12700">
            <a:no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a:extLst>
              <a:ext uri="{FF2B5EF4-FFF2-40B4-BE49-F238E27FC236}">
                <a16:creationId xmlns:a16="http://schemas.microsoft.com/office/drawing/2014/main" id="{BC6F658A-7D5B-64CD-244D-94A16F3EE3A6}"/>
              </a:ext>
            </a:extLst>
          </p:cNvPr>
          <p:cNvSpPr>
            <a:spLocks noGrp="1"/>
          </p:cNvSpPr>
          <p:nvPr>
            <p:ph sz="quarter" idx="14"/>
          </p:nvPr>
        </p:nvSpPr>
        <p:spPr>
          <a:xfrm>
            <a:off x="440532" y="1490311"/>
            <a:ext cx="4050506" cy="4781265"/>
          </a:xfrm>
          <a:prstGeom prst="roundRect">
            <a:avLst>
              <a:gd name="adj" fmla="val 7536"/>
            </a:avLst>
          </a:prstGeom>
          <a:gradFill>
            <a:gsLst>
              <a:gs pos="100000">
                <a:schemeClr val="bg2"/>
              </a:gs>
              <a:gs pos="0">
                <a:schemeClr val="tx2"/>
              </a:gs>
            </a:gsLst>
            <a:path path="circle">
              <a:fillToRect l="100000" t="100000"/>
            </a:path>
          </a:gradFill>
          <a:ln w="12700">
            <a:no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10" name="Title Placeholder">
            <a:extLst>
              <a:ext uri="{FF2B5EF4-FFF2-40B4-BE49-F238E27FC236}">
                <a16:creationId xmlns:a16="http://schemas.microsoft.com/office/drawing/2014/main" id="{7580857F-11FF-88AA-E500-63015B57C2F3}"/>
              </a:ext>
            </a:extLst>
          </p:cNvPr>
          <p:cNvSpPr>
            <a:spLocks noGrp="1"/>
          </p:cNvSpPr>
          <p:nvPr>
            <p:ph type="title" hasCustomPrompt="1"/>
          </p:nvPr>
        </p:nvSpPr>
        <p:spPr>
          <a:xfrm>
            <a:off x="440531" y="601927"/>
            <a:ext cx="8262938" cy="470898"/>
          </a:xfrm>
          <a:prstGeom prst="rect">
            <a:avLst/>
          </a:prstGeom>
        </p:spPr>
        <p:txBody>
          <a:bodyPr vert="horz" wrap="square" lIns="0" tIns="0" rIns="0" bIns="0" rtlCol="0" anchor="t" anchorCtr="0">
            <a:noAutofit/>
          </a:bodyPr>
          <a:lstStyle>
            <a:lvl1pPr algn="l">
              <a:lnSpc>
                <a:spcPct val="85000"/>
              </a:lnSpc>
              <a:defRPr sz="27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515661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2BoxIntroV1">
    <p:bg>
      <p:bgPr>
        <a:solidFill>
          <a:schemeClr val="bg2"/>
        </a:solidFill>
        <a:effectLst/>
      </p:bgPr>
    </p:bg>
    <p:spTree>
      <p:nvGrpSpPr>
        <p:cNvPr id="1" name=""/>
        <p:cNvGrpSpPr/>
        <p:nvPr/>
      </p:nvGrpSpPr>
      <p:grpSpPr>
        <a:xfrm>
          <a:off x="0" y="0"/>
          <a:ext cx="0" cy="0"/>
          <a:chOff x="0" y="0"/>
          <a:chExt cx="0" cy="0"/>
        </a:xfrm>
      </p:grpSpPr>
      <p:sp>
        <p:nvSpPr>
          <p:cNvPr id="2" name="Content Placeholder 9"/>
          <p:cNvSpPr>
            <a:spLocks noGrp="1"/>
          </p:cNvSpPr>
          <p:nvPr>
            <p:ph sz="quarter" idx="15"/>
          </p:nvPr>
        </p:nvSpPr>
        <p:spPr>
          <a:xfrm>
            <a:off x="4652963" y="1944827"/>
            <a:ext cx="4048718" cy="4328973"/>
          </a:xfrm>
          <a:prstGeom prst="roundRect">
            <a:avLst>
              <a:gd name="adj" fmla="val 8834"/>
            </a:avLst>
          </a:prstGeom>
          <a:gradFill>
            <a:gsLst>
              <a:gs pos="100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3" name="Content Placeholder 9"/>
          <p:cNvSpPr>
            <a:spLocks noGrp="1"/>
          </p:cNvSpPr>
          <p:nvPr>
            <p:ph sz="quarter" idx="21"/>
          </p:nvPr>
        </p:nvSpPr>
        <p:spPr>
          <a:xfrm>
            <a:off x="440533" y="1944827"/>
            <a:ext cx="4048718" cy="4328973"/>
          </a:xfrm>
          <a:prstGeom prst="roundRect">
            <a:avLst>
              <a:gd name="adj" fmla="val 9274"/>
            </a:avLst>
          </a:prstGeom>
          <a:gradFill>
            <a:gsLst>
              <a:gs pos="100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4" name="Intro Placeholder"/>
          <p:cNvSpPr>
            <a:spLocks noGrp="1"/>
          </p:cNvSpPr>
          <p:nvPr>
            <p:ph type="body" sz="quarter" idx="19"/>
          </p:nvPr>
        </p:nvSpPr>
        <p:spPr>
          <a:xfrm>
            <a:off x="441469" y="1296392"/>
            <a:ext cx="8262000" cy="422873"/>
          </a:xfrm>
        </p:spPr>
        <p:txBody>
          <a:bodyPr lIns="0" tIns="0" rIns="0" bIns="0">
            <a:noAutofit/>
          </a:bodyPr>
          <a:lstStyle>
            <a:lvl1pPr marL="0" indent="0">
              <a:lnSpc>
                <a:spcPct val="110000"/>
              </a:lnSpc>
              <a:spcBef>
                <a:spcPts val="450"/>
              </a:spcBef>
              <a:buNone/>
              <a:defRPr sz="975">
                <a:solidFill>
                  <a:schemeClr val="tx1"/>
                </a:solidFill>
              </a:defRPr>
            </a:lvl1pPr>
          </a:lstStyle>
          <a:p>
            <a:pPr lvl="0"/>
            <a:r>
              <a:rPr lang="en-US"/>
              <a:t>Click to edit intro text</a:t>
            </a:r>
          </a:p>
        </p:txBody>
      </p:sp>
      <p:sp>
        <p:nvSpPr>
          <p:cNvPr id="5" name="Title Placeholder"/>
          <p:cNvSpPr>
            <a:spLocks noGrp="1"/>
          </p:cNvSpPr>
          <p:nvPr>
            <p:ph type="title" hasCustomPrompt="1"/>
          </p:nvPr>
        </p:nvSpPr>
        <p:spPr>
          <a:xfrm>
            <a:off x="440531" y="601927"/>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bg1"/>
                </a:solidFill>
                <a:latin typeface="+mj-lt"/>
              </a:defRPr>
            </a:lvl1pPr>
          </a:lstStyle>
          <a:p>
            <a:pPr lvl="0"/>
            <a:r>
              <a:rPr lang="en-US" dirty="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2BoxV2">
    <p:bg>
      <p:bgPr>
        <a:gradFill flip="none" rotWithShape="1">
          <a:gsLst>
            <a:gs pos="75000">
              <a:schemeClr val="bg2"/>
            </a:gs>
            <a:gs pos="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9">
            <a:extLst>
              <a:ext uri="{FF2B5EF4-FFF2-40B4-BE49-F238E27FC236}">
                <a16:creationId xmlns:a16="http://schemas.microsoft.com/office/drawing/2014/main" id="{BC6F658A-7D5B-64CD-244D-94A16F3EE3A6}"/>
              </a:ext>
            </a:extLst>
          </p:cNvPr>
          <p:cNvSpPr>
            <a:spLocks noGrp="1"/>
          </p:cNvSpPr>
          <p:nvPr>
            <p:ph sz="quarter" idx="14"/>
          </p:nvPr>
        </p:nvSpPr>
        <p:spPr>
          <a:xfrm>
            <a:off x="440533" y="1484314"/>
            <a:ext cx="1944290" cy="4788134"/>
          </a:xfrm>
          <a:prstGeom prst="roundRect">
            <a:avLst>
              <a:gd name="adj" fmla="val 13728"/>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9" name="Title Placeholder">
            <a:extLst>
              <a:ext uri="{FF2B5EF4-FFF2-40B4-BE49-F238E27FC236}">
                <a16:creationId xmlns:a16="http://schemas.microsoft.com/office/drawing/2014/main" id="{48B9B565-4127-1749-CC94-387CE3F7E35C}"/>
              </a:ext>
            </a:extLst>
          </p:cNvPr>
          <p:cNvSpPr>
            <a:spLocks noGrp="1"/>
          </p:cNvSpPr>
          <p:nvPr>
            <p:ph type="title" hasCustomPrompt="1"/>
          </p:nvPr>
        </p:nvSpPr>
        <p:spPr>
          <a:xfrm>
            <a:off x="440531" y="598714"/>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3" name="Content Placeholder 9">
            <a:extLst>
              <a:ext uri="{FF2B5EF4-FFF2-40B4-BE49-F238E27FC236}">
                <a16:creationId xmlns:a16="http://schemas.microsoft.com/office/drawing/2014/main" id="{87513120-AB17-6D45-4E3B-EFD60903FF89}"/>
              </a:ext>
            </a:extLst>
          </p:cNvPr>
          <p:cNvSpPr>
            <a:spLocks noGrp="1"/>
          </p:cNvSpPr>
          <p:nvPr>
            <p:ph sz="quarter" idx="15"/>
          </p:nvPr>
        </p:nvSpPr>
        <p:spPr>
          <a:xfrm>
            <a:off x="2546748" y="1484314"/>
            <a:ext cx="6156719" cy="4789487"/>
          </a:xfrm>
          <a:prstGeom prst="roundRect">
            <a:avLst>
              <a:gd name="adj" fmla="val 6989"/>
            </a:avLst>
          </a:prstGeom>
          <a:gradFill>
            <a:gsLst>
              <a:gs pos="100000">
                <a:schemeClr val="bg2"/>
              </a:gs>
              <a:gs pos="0">
                <a:schemeClr val="tx2"/>
              </a:gs>
            </a:gsLst>
            <a:path path="circle">
              <a:fillToRect l="100000" t="100000"/>
            </a:path>
          </a:gradFill>
          <a:ln w="12700">
            <a:no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Tree>
    <p:extLst>
      <p:ext uri="{BB962C8B-B14F-4D97-AF65-F5344CB8AC3E}">
        <p14:creationId xmlns:p14="http://schemas.microsoft.com/office/powerpoint/2010/main" val="435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2BoxIntroV2">
    <p:bg>
      <p:bgPr>
        <a:gradFill>
          <a:gsLst>
            <a:gs pos="75000">
              <a:schemeClr val="bg2"/>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2" name="Content Placeholder 9"/>
          <p:cNvSpPr>
            <a:spLocks noGrp="1"/>
          </p:cNvSpPr>
          <p:nvPr>
            <p:ph sz="quarter" idx="21"/>
          </p:nvPr>
        </p:nvSpPr>
        <p:spPr>
          <a:xfrm>
            <a:off x="440532" y="1944826"/>
            <a:ext cx="5454253" cy="4311246"/>
          </a:xfrm>
          <a:prstGeom prst="roundRect">
            <a:avLst>
              <a:gd name="adj" fmla="val 9244"/>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3" name="Content Placeholder 9"/>
          <p:cNvSpPr>
            <a:spLocks noGrp="1"/>
          </p:cNvSpPr>
          <p:nvPr>
            <p:ph sz="quarter" idx="22"/>
          </p:nvPr>
        </p:nvSpPr>
        <p:spPr>
          <a:xfrm>
            <a:off x="6056710" y="1944827"/>
            <a:ext cx="2644971" cy="4311246"/>
          </a:xfrm>
          <a:prstGeom prst="roundRect">
            <a:avLst>
              <a:gd name="adj" fmla="val 10725"/>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4" name="Intro Placeholder"/>
          <p:cNvSpPr>
            <a:spLocks noGrp="1"/>
          </p:cNvSpPr>
          <p:nvPr>
            <p:ph type="body" sz="quarter" idx="19"/>
          </p:nvPr>
        </p:nvSpPr>
        <p:spPr>
          <a:xfrm>
            <a:off x="441469" y="1296392"/>
            <a:ext cx="8262000" cy="422873"/>
          </a:xfrm>
        </p:spPr>
        <p:txBody>
          <a:bodyPr lIns="0" tIns="0" rIns="0" bIns="0">
            <a:noAutofit/>
          </a:bodyPr>
          <a:lstStyle>
            <a:lvl1pPr marL="0" indent="0">
              <a:lnSpc>
                <a:spcPct val="110000"/>
              </a:lnSpc>
              <a:spcBef>
                <a:spcPts val="450"/>
              </a:spcBef>
              <a:buNone/>
              <a:defRPr sz="975">
                <a:solidFill>
                  <a:schemeClr val="tx1"/>
                </a:solidFill>
              </a:defRPr>
            </a:lvl1pPr>
          </a:lstStyle>
          <a:p>
            <a:pPr lvl="0"/>
            <a:r>
              <a:rPr lang="en-US"/>
              <a:t>Click to edit intro text</a:t>
            </a:r>
          </a:p>
        </p:txBody>
      </p:sp>
      <p:sp>
        <p:nvSpPr>
          <p:cNvPr id="5" name="Title Placeholder"/>
          <p:cNvSpPr>
            <a:spLocks noGrp="1"/>
          </p:cNvSpPr>
          <p:nvPr>
            <p:ph type="title" hasCustomPrompt="1"/>
          </p:nvPr>
        </p:nvSpPr>
        <p:spPr>
          <a:xfrm>
            <a:off x="440531" y="660789"/>
            <a:ext cx="8262938" cy="353174"/>
          </a:xfrm>
          <a:prstGeom prst="rect">
            <a:avLst/>
          </a:prstGeom>
        </p:spPr>
        <p:txBody>
          <a:bodyPr vert="horz" wrap="square" lIns="0" tIns="0" rIns="0" bIns="0" rtlCol="0" anchor="ctr" anchorCtr="0">
            <a:spAutoFit/>
          </a:bodyPr>
          <a:lstStyle>
            <a:lvl1pPr algn="l">
              <a:lnSpc>
                <a:spcPct val="85000"/>
              </a:lnSpc>
              <a:defRPr sz="2700" b="0" spc="0" baseline="0">
                <a:solidFill>
                  <a:schemeClr val="tx1"/>
                </a:solidFill>
                <a:latin typeface="+mj-lt"/>
              </a:defRPr>
            </a:lvl1pPr>
          </a:lstStyle>
          <a:p>
            <a:pPr lvl="0"/>
            <a:r>
              <a:rPr lang="en-US" dirty="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3BoxV1">
    <p:bg>
      <p:bgPr>
        <a:gradFill flip="none" rotWithShape="1">
          <a:gsLst>
            <a:gs pos="75000">
              <a:schemeClr val="bg2"/>
            </a:gs>
            <a:gs pos="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9">
            <a:extLst>
              <a:ext uri="{FF2B5EF4-FFF2-40B4-BE49-F238E27FC236}">
                <a16:creationId xmlns:a16="http://schemas.microsoft.com/office/drawing/2014/main" id="{869B5C48-DCC9-8553-4B07-B68CBD8B1512}"/>
              </a:ext>
            </a:extLst>
          </p:cNvPr>
          <p:cNvSpPr>
            <a:spLocks noGrp="1"/>
          </p:cNvSpPr>
          <p:nvPr>
            <p:ph sz="quarter" idx="13"/>
          </p:nvPr>
        </p:nvSpPr>
        <p:spPr>
          <a:xfrm>
            <a:off x="3251597" y="1484313"/>
            <a:ext cx="2646636" cy="4788134"/>
          </a:xfrm>
          <a:prstGeom prst="roundRect">
            <a:avLst>
              <a:gd name="adj" fmla="val 10549"/>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a:extLst>
              <a:ext uri="{FF2B5EF4-FFF2-40B4-BE49-F238E27FC236}">
                <a16:creationId xmlns:a16="http://schemas.microsoft.com/office/drawing/2014/main" id="{BC6F658A-7D5B-64CD-244D-94A16F3EE3A6}"/>
              </a:ext>
            </a:extLst>
          </p:cNvPr>
          <p:cNvSpPr>
            <a:spLocks noGrp="1"/>
          </p:cNvSpPr>
          <p:nvPr>
            <p:ph sz="quarter" idx="14"/>
          </p:nvPr>
        </p:nvSpPr>
        <p:spPr>
          <a:xfrm>
            <a:off x="440532" y="1484434"/>
            <a:ext cx="2646759" cy="4787142"/>
          </a:xfrm>
          <a:prstGeom prst="roundRect">
            <a:avLst>
              <a:gd name="adj" fmla="val 10009"/>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5" name="Content Placeholder 9">
            <a:extLst>
              <a:ext uri="{FF2B5EF4-FFF2-40B4-BE49-F238E27FC236}">
                <a16:creationId xmlns:a16="http://schemas.microsoft.com/office/drawing/2014/main" id="{839ADCA9-5DBB-54EF-C3F2-6EB53E34100C}"/>
              </a:ext>
            </a:extLst>
          </p:cNvPr>
          <p:cNvSpPr>
            <a:spLocks noGrp="1"/>
          </p:cNvSpPr>
          <p:nvPr>
            <p:ph sz="quarter" idx="15"/>
          </p:nvPr>
        </p:nvSpPr>
        <p:spPr>
          <a:xfrm>
            <a:off x="6057777" y="1484313"/>
            <a:ext cx="2646636" cy="4788134"/>
          </a:xfrm>
          <a:prstGeom prst="roundRect">
            <a:avLst>
              <a:gd name="adj" fmla="val 10189"/>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9" name="Title Placeholder">
            <a:extLst>
              <a:ext uri="{FF2B5EF4-FFF2-40B4-BE49-F238E27FC236}">
                <a16:creationId xmlns:a16="http://schemas.microsoft.com/office/drawing/2014/main" id="{48B9B565-4127-1749-CC94-387CE3F7E35C}"/>
              </a:ext>
            </a:extLst>
          </p:cNvPr>
          <p:cNvSpPr>
            <a:spLocks noGrp="1"/>
          </p:cNvSpPr>
          <p:nvPr>
            <p:ph type="title" hasCustomPrompt="1"/>
          </p:nvPr>
        </p:nvSpPr>
        <p:spPr>
          <a:xfrm>
            <a:off x="440531" y="598714"/>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544287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3BoxIntro">
    <p:bg>
      <p:bgPr>
        <a:gradFill>
          <a:gsLst>
            <a:gs pos="75000">
              <a:schemeClr val="bg2"/>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2" name="Content Placeholder 9"/>
          <p:cNvSpPr>
            <a:spLocks noGrp="1"/>
          </p:cNvSpPr>
          <p:nvPr>
            <p:ph sz="quarter" idx="13"/>
          </p:nvPr>
        </p:nvSpPr>
        <p:spPr>
          <a:xfrm>
            <a:off x="3251597" y="1941920"/>
            <a:ext cx="2646636" cy="4330526"/>
          </a:xfrm>
          <a:prstGeom prst="roundRect">
            <a:avLst>
              <a:gd name="adj" fmla="val 11449"/>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3" name="Content Placeholder 9"/>
          <p:cNvSpPr>
            <a:spLocks noGrp="1"/>
          </p:cNvSpPr>
          <p:nvPr>
            <p:ph sz="quarter" idx="14"/>
          </p:nvPr>
        </p:nvSpPr>
        <p:spPr>
          <a:xfrm>
            <a:off x="440532" y="1941921"/>
            <a:ext cx="2646759" cy="4329629"/>
          </a:xfrm>
          <a:prstGeom prst="roundRect">
            <a:avLst>
              <a:gd name="adj" fmla="val 11089"/>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p:cNvSpPr>
            <a:spLocks noGrp="1"/>
          </p:cNvSpPr>
          <p:nvPr>
            <p:ph sz="quarter" idx="15"/>
          </p:nvPr>
        </p:nvSpPr>
        <p:spPr>
          <a:xfrm>
            <a:off x="6056710" y="1941920"/>
            <a:ext cx="2646636" cy="4330526"/>
          </a:xfrm>
          <a:prstGeom prst="roundRect">
            <a:avLst>
              <a:gd name="adj" fmla="val 11269"/>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5" name="Intro Placeholder"/>
          <p:cNvSpPr>
            <a:spLocks noGrp="1"/>
          </p:cNvSpPr>
          <p:nvPr>
            <p:ph type="body" sz="quarter" idx="19"/>
          </p:nvPr>
        </p:nvSpPr>
        <p:spPr>
          <a:xfrm>
            <a:off x="441469" y="1296392"/>
            <a:ext cx="8262000" cy="422873"/>
          </a:xfrm>
        </p:spPr>
        <p:txBody>
          <a:bodyPr lIns="0" tIns="0" rIns="0" bIns="0">
            <a:noAutofit/>
          </a:bodyPr>
          <a:lstStyle>
            <a:lvl1pPr marL="0" indent="0">
              <a:lnSpc>
                <a:spcPct val="110000"/>
              </a:lnSpc>
              <a:spcBef>
                <a:spcPts val="450"/>
              </a:spcBef>
              <a:buNone/>
              <a:defRPr sz="975">
                <a:solidFill>
                  <a:schemeClr val="tx1"/>
                </a:solidFill>
              </a:defRPr>
            </a:lvl1pPr>
          </a:lstStyle>
          <a:p>
            <a:pPr lvl="0"/>
            <a:r>
              <a:rPr lang="en-US"/>
              <a:t>Click to edit intro text</a:t>
            </a:r>
          </a:p>
        </p:txBody>
      </p:sp>
      <p:sp>
        <p:nvSpPr>
          <p:cNvPr id="6" name="Title Placeholder"/>
          <p:cNvSpPr>
            <a:spLocks noGrp="1"/>
          </p:cNvSpPr>
          <p:nvPr>
            <p:ph type="title" hasCustomPrompt="1"/>
          </p:nvPr>
        </p:nvSpPr>
        <p:spPr>
          <a:xfrm>
            <a:off x="440531" y="601927"/>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bg1"/>
                </a:solidFill>
                <a:latin typeface="+mj-lt"/>
              </a:defRPr>
            </a:lvl1pPr>
          </a:lstStyle>
          <a:p>
            <a:pPr lvl="0"/>
            <a:r>
              <a:rPr lang="en-US" dirty="0"/>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4BoxV1">
    <p:bg>
      <p:bgPr>
        <a:gradFill flip="none" rotWithShape="1">
          <a:gsLst>
            <a:gs pos="75000">
              <a:schemeClr val="bg2"/>
            </a:gs>
            <a:gs pos="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9">
            <a:extLst>
              <a:ext uri="{FF2B5EF4-FFF2-40B4-BE49-F238E27FC236}">
                <a16:creationId xmlns:a16="http://schemas.microsoft.com/office/drawing/2014/main" id="{869B5C48-DCC9-8553-4B07-B68CBD8B1512}"/>
              </a:ext>
            </a:extLst>
          </p:cNvPr>
          <p:cNvSpPr>
            <a:spLocks noGrp="1"/>
          </p:cNvSpPr>
          <p:nvPr>
            <p:ph sz="quarter" idx="13"/>
          </p:nvPr>
        </p:nvSpPr>
        <p:spPr>
          <a:xfrm>
            <a:off x="2546748" y="1477056"/>
            <a:ext cx="1944200" cy="4780514"/>
          </a:xfrm>
          <a:prstGeom prst="roundRect">
            <a:avLst>
              <a:gd name="adj" fmla="val 13483"/>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a:extLst>
              <a:ext uri="{FF2B5EF4-FFF2-40B4-BE49-F238E27FC236}">
                <a16:creationId xmlns:a16="http://schemas.microsoft.com/office/drawing/2014/main" id="{BC6F658A-7D5B-64CD-244D-94A16F3EE3A6}"/>
              </a:ext>
            </a:extLst>
          </p:cNvPr>
          <p:cNvSpPr>
            <a:spLocks noGrp="1"/>
          </p:cNvSpPr>
          <p:nvPr>
            <p:ph sz="quarter" idx="14"/>
          </p:nvPr>
        </p:nvSpPr>
        <p:spPr>
          <a:xfrm>
            <a:off x="440533" y="1485304"/>
            <a:ext cx="1944290" cy="4779524"/>
          </a:xfrm>
          <a:prstGeom prst="roundRect">
            <a:avLst>
              <a:gd name="adj" fmla="val 14462"/>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dirty="0"/>
              <a:t>Click to edit Master text styles</a:t>
            </a:r>
          </a:p>
        </p:txBody>
      </p:sp>
      <p:sp>
        <p:nvSpPr>
          <p:cNvPr id="5" name="Content Placeholder 9">
            <a:extLst>
              <a:ext uri="{FF2B5EF4-FFF2-40B4-BE49-F238E27FC236}">
                <a16:creationId xmlns:a16="http://schemas.microsoft.com/office/drawing/2014/main" id="{839ADCA9-5DBB-54EF-C3F2-6EB53E34100C}"/>
              </a:ext>
            </a:extLst>
          </p:cNvPr>
          <p:cNvSpPr>
            <a:spLocks noGrp="1"/>
          </p:cNvSpPr>
          <p:nvPr>
            <p:ph sz="quarter" idx="15"/>
          </p:nvPr>
        </p:nvSpPr>
        <p:spPr>
          <a:xfrm>
            <a:off x="4652963" y="1484313"/>
            <a:ext cx="1944200" cy="4780514"/>
          </a:xfrm>
          <a:prstGeom prst="roundRect">
            <a:avLst>
              <a:gd name="adj" fmla="val 12013"/>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9" name="Title Placeholder">
            <a:extLst>
              <a:ext uri="{FF2B5EF4-FFF2-40B4-BE49-F238E27FC236}">
                <a16:creationId xmlns:a16="http://schemas.microsoft.com/office/drawing/2014/main" id="{48B9B565-4127-1749-CC94-387CE3F7E35C}"/>
              </a:ext>
            </a:extLst>
          </p:cNvPr>
          <p:cNvSpPr>
            <a:spLocks noGrp="1"/>
          </p:cNvSpPr>
          <p:nvPr>
            <p:ph type="title" hasCustomPrompt="1"/>
          </p:nvPr>
        </p:nvSpPr>
        <p:spPr>
          <a:xfrm>
            <a:off x="440531" y="600430"/>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11" name="Content Placeholder 9">
            <a:extLst>
              <a:ext uri="{FF2B5EF4-FFF2-40B4-BE49-F238E27FC236}">
                <a16:creationId xmlns:a16="http://schemas.microsoft.com/office/drawing/2014/main" id="{A39762DC-F32E-4312-37A4-5EDA389CDD92}"/>
              </a:ext>
            </a:extLst>
          </p:cNvPr>
          <p:cNvSpPr>
            <a:spLocks noGrp="1"/>
          </p:cNvSpPr>
          <p:nvPr>
            <p:ph sz="quarter" idx="16"/>
          </p:nvPr>
        </p:nvSpPr>
        <p:spPr>
          <a:xfrm>
            <a:off x="6759269" y="1484313"/>
            <a:ext cx="1944200" cy="4780514"/>
          </a:xfrm>
          <a:prstGeom prst="roundRect">
            <a:avLst>
              <a:gd name="adj" fmla="val 12748"/>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Tree>
    <p:extLst>
      <p:ext uri="{BB962C8B-B14F-4D97-AF65-F5344CB8AC3E}">
        <p14:creationId xmlns:p14="http://schemas.microsoft.com/office/powerpoint/2010/main" val="28631603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4BoxIntroV1">
    <p:bg>
      <p:bgPr>
        <a:solidFill>
          <a:schemeClr val="bg2"/>
        </a:solidFill>
        <a:effectLst/>
      </p:bgPr>
    </p:bg>
    <p:spTree>
      <p:nvGrpSpPr>
        <p:cNvPr id="1" name=""/>
        <p:cNvGrpSpPr/>
        <p:nvPr/>
      </p:nvGrpSpPr>
      <p:grpSpPr>
        <a:xfrm>
          <a:off x="0" y="0"/>
          <a:ext cx="0" cy="0"/>
          <a:chOff x="0" y="0"/>
          <a:chExt cx="0" cy="0"/>
        </a:xfrm>
      </p:grpSpPr>
      <p:sp>
        <p:nvSpPr>
          <p:cNvPr id="2" name="Content Placeholder 9"/>
          <p:cNvSpPr>
            <a:spLocks noGrp="1"/>
          </p:cNvSpPr>
          <p:nvPr>
            <p:ph sz="quarter" idx="15"/>
          </p:nvPr>
        </p:nvSpPr>
        <p:spPr>
          <a:xfrm>
            <a:off x="4654750" y="1941920"/>
            <a:ext cx="4048718" cy="2052000"/>
          </a:xfrm>
          <a:prstGeom prst="roundRect">
            <a:avLst>
              <a:gd name="adj" fmla="val 18833"/>
            </a:avLst>
          </a:prstGeom>
          <a:gradFill>
            <a:gsLst>
              <a:gs pos="100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bg1"/>
                </a:solidFill>
              </a:defRPr>
            </a:lvl1pPr>
            <a:lvl2pPr>
              <a:defRPr sz="1050"/>
            </a:lvl2pPr>
            <a:lvl3pPr>
              <a:defRPr sz="1050"/>
            </a:lvl3pPr>
            <a:lvl4pPr>
              <a:defRPr sz="1050"/>
            </a:lvl4pPr>
            <a:lvl5pPr>
              <a:defRPr sz="1050"/>
            </a:lvl5pPr>
          </a:lstStyle>
          <a:p>
            <a:pPr lvl="0"/>
            <a:r>
              <a:rPr lang="en-US"/>
              <a:t>Click to edit Master text styles</a:t>
            </a:r>
          </a:p>
        </p:txBody>
      </p:sp>
      <p:sp>
        <p:nvSpPr>
          <p:cNvPr id="3" name="Content Placeholder 9"/>
          <p:cNvSpPr>
            <a:spLocks noGrp="1"/>
          </p:cNvSpPr>
          <p:nvPr>
            <p:ph sz="quarter" idx="20"/>
          </p:nvPr>
        </p:nvSpPr>
        <p:spPr>
          <a:xfrm>
            <a:off x="4654750" y="4212827"/>
            <a:ext cx="4050506" cy="2052000"/>
          </a:xfrm>
          <a:prstGeom prst="roundRect">
            <a:avLst>
              <a:gd name="adj" fmla="val 18214"/>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p:cNvSpPr>
            <a:spLocks noGrp="1"/>
          </p:cNvSpPr>
          <p:nvPr>
            <p:ph sz="quarter" idx="21"/>
          </p:nvPr>
        </p:nvSpPr>
        <p:spPr>
          <a:xfrm>
            <a:off x="440533" y="1941920"/>
            <a:ext cx="4048718" cy="2052000"/>
          </a:xfrm>
          <a:prstGeom prst="roundRect">
            <a:avLst>
              <a:gd name="adj" fmla="val 18214"/>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5" name="Content Placeholder 9"/>
          <p:cNvSpPr>
            <a:spLocks noGrp="1"/>
          </p:cNvSpPr>
          <p:nvPr>
            <p:ph sz="quarter" idx="22"/>
          </p:nvPr>
        </p:nvSpPr>
        <p:spPr>
          <a:xfrm>
            <a:off x="440533" y="4212827"/>
            <a:ext cx="4050506" cy="2052000"/>
          </a:xfrm>
          <a:prstGeom prst="roundRect">
            <a:avLst>
              <a:gd name="adj" fmla="val 18524"/>
            </a:avLst>
          </a:prstGeom>
          <a:gradFill>
            <a:gsLst>
              <a:gs pos="100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bg1"/>
                </a:solidFill>
              </a:defRPr>
            </a:lvl1pPr>
            <a:lvl2pPr>
              <a:defRPr sz="1050"/>
            </a:lvl2pPr>
            <a:lvl3pPr>
              <a:defRPr sz="1050"/>
            </a:lvl3pPr>
            <a:lvl4pPr>
              <a:defRPr sz="1050"/>
            </a:lvl4pPr>
            <a:lvl5pPr>
              <a:defRPr sz="1050"/>
            </a:lvl5pPr>
          </a:lstStyle>
          <a:p>
            <a:pPr lvl="0"/>
            <a:r>
              <a:rPr lang="en-US"/>
              <a:t>Click to edit Master text styles</a:t>
            </a:r>
          </a:p>
        </p:txBody>
      </p:sp>
      <p:sp>
        <p:nvSpPr>
          <p:cNvPr id="6" name="Intro Placeholder"/>
          <p:cNvSpPr>
            <a:spLocks noGrp="1"/>
          </p:cNvSpPr>
          <p:nvPr>
            <p:ph type="body" sz="quarter" idx="19"/>
          </p:nvPr>
        </p:nvSpPr>
        <p:spPr>
          <a:xfrm>
            <a:off x="441469" y="1296392"/>
            <a:ext cx="8262000" cy="422873"/>
          </a:xfrm>
        </p:spPr>
        <p:txBody>
          <a:bodyPr lIns="0" tIns="0" rIns="0" bIns="0">
            <a:noAutofit/>
          </a:bodyPr>
          <a:lstStyle>
            <a:lvl1pPr marL="0" indent="0">
              <a:lnSpc>
                <a:spcPct val="110000"/>
              </a:lnSpc>
              <a:spcBef>
                <a:spcPts val="450"/>
              </a:spcBef>
              <a:buNone/>
              <a:defRPr sz="975">
                <a:solidFill>
                  <a:schemeClr val="tx1"/>
                </a:solidFill>
              </a:defRPr>
            </a:lvl1pPr>
          </a:lstStyle>
          <a:p>
            <a:pPr lvl="0"/>
            <a:r>
              <a:rPr lang="en-US"/>
              <a:t>Click to edit intro text</a:t>
            </a:r>
          </a:p>
        </p:txBody>
      </p:sp>
      <p:sp>
        <p:nvSpPr>
          <p:cNvPr id="7" name="Title Placeholder"/>
          <p:cNvSpPr>
            <a:spLocks noGrp="1"/>
          </p:cNvSpPr>
          <p:nvPr>
            <p:ph type="title" hasCustomPrompt="1"/>
          </p:nvPr>
        </p:nvSpPr>
        <p:spPr>
          <a:xfrm>
            <a:off x="440531" y="601927"/>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4BoxV2">
    <p:bg>
      <p:bgPr>
        <a:solidFill>
          <a:schemeClr val="bg2"/>
        </a:solidFill>
        <a:effectLst/>
      </p:bgPr>
    </p:bg>
    <p:spTree>
      <p:nvGrpSpPr>
        <p:cNvPr id="1" name=""/>
        <p:cNvGrpSpPr/>
        <p:nvPr/>
      </p:nvGrpSpPr>
      <p:grpSpPr>
        <a:xfrm>
          <a:off x="0" y="0"/>
          <a:ext cx="0" cy="0"/>
          <a:chOff x="0" y="0"/>
          <a:chExt cx="0" cy="0"/>
        </a:xfrm>
      </p:grpSpPr>
      <p:sp>
        <p:nvSpPr>
          <p:cNvPr id="4" name="Content Placeholder 9">
            <a:extLst>
              <a:ext uri="{FF2B5EF4-FFF2-40B4-BE49-F238E27FC236}">
                <a16:creationId xmlns:a16="http://schemas.microsoft.com/office/drawing/2014/main" id="{BC6F658A-7D5B-64CD-244D-94A16F3EE3A6}"/>
              </a:ext>
            </a:extLst>
          </p:cNvPr>
          <p:cNvSpPr>
            <a:spLocks noGrp="1"/>
          </p:cNvSpPr>
          <p:nvPr>
            <p:ph sz="quarter" idx="14"/>
          </p:nvPr>
        </p:nvSpPr>
        <p:spPr>
          <a:xfrm>
            <a:off x="440532" y="1481554"/>
            <a:ext cx="4050694" cy="2286000"/>
          </a:xfrm>
          <a:prstGeom prst="roundRect">
            <a:avLst>
              <a:gd name="adj" fmla="val 15834"/>
            </a:avLst>
          </a:prstGeom>
          <a:gradFill>
            <a:gsLst>
              <a:gs pos="100000">
                <a:schemeClr val="bg2"/>
              </a:gs>
              <a:gs pos="0">
                <a:schemeClr val="tx2"/>
              </a:gs>
            </a:gsLst>
            <a:path path="circle">
              <a:fillToRect l="100000" t="100000"/>
            </a:path>
          </a:gradFill>
          <a:ln w="12700">
            <a:no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5" name="Content Placeholder 9">
            <a:extLst>
              <a:ext uri="{FF2B5EF4-FFF2-40B4-BE49-F238E27FC236}">
                <a16:creationId xmlns:a16="http://schemas.microsoft.com/office/drawing/2014/main" id="{839ADCA9-5DBB-54EF-C3F2-6EB53E34100C}"/>
              </a:ext>
            </a:extLst>
          </p:cNvPr>
          <p:cNvSpPr>
            <a:spLocks noGrp="1"/>
          </p:cNvSpPr>
          <p:nvPr>
            <p:ph sz="quarter" idx="15"/>
          </p:nvPr>
        </p:nvSpPr>
        <p:spPr>
          <a:xfrm>
            <a:off x="4654750" y="1481140"/>
            <a:ext cx="4050506" cy="2286000"/>
          </a:xfrm>
          <a:prstGeom prst="roundRect">
            <a:avLst>
              <a:gd name="adj" fmla="val 15556"/>
            </a:avLst>
          </a:prstGeom>
          <a:gradFill>
            <a:gsLst>
              <a:gs pos="100000">
                <a:schemeClr val="bg2"/>
              </a:gs>
              <a:gs pos="0">
                <a:schemeClr val="tx2"/>
              </a:gs>
            </a:gsLst>
            <a:path path="circle">
              <a:fillToRect l="100000" t="100000"/>
            </a:path>
          </a:gradFill>
          <a:ln w="12700">
            <a:no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9" name="Title Placeholder">
            <a:extLst>
              <a:ext uri="{FF2B5EF4-FFF2-40B4-BE49-F238E27FC236}">
                <a16:creationId xmlns:a16="http://schemas.microsoft.com/office/drawing/2014/main" id="{48B9B565-4127-1749-CC94-387CE3F7E35C}"/>
              </a:ext>
            </a:extLst>
          </p:cNvPr>
          <p:cNvSpPr>
            <a:spLocks noGrp="1"/>
          </p:cNvSpPr>
          <p:nvPr>
            <p:ph type="title" hasCustomPrompt="1"/>
          </p:nvPr>
        </p:nvSpPr>
        <p:spPr>
          <a:xfrm>
            <a:off x="440531" y="599173"/>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16" name="Content Placeholder 9">
            <a:extLst>
              <a:ext uri="{FF2B5EF4-FFF2-40B4-BE49-F238E27FC236}">
                <a16:creationId xmlns:a16="http://schemas.microsoft.com/office/drawing/2014/main" id="{98B8ACA8-6DA6-BF4B-F8AF-A74B5D41FA52}"/>
              </a:ext>
            </a:extLst>
          </p:cNvPr>
          <p:cNvSpPr>
            <a:spLocks noGrp="1"/>
          </p:cNvSpPr>
          <p:nvPr>
            <p:ph sz="quarter" idx="18"/>
          </p:nvPr>
        </p:nvSpPr>
        <p:spPr>
          <a:xfrm>
            <a:off x="440532" y="3988532"/>
            <a:ext cx="4050694" cy="2286000"/>
          </a:xfrm>
          <a:prstGeom prst="roundRect">
            <a:avLst>
              <a:gd name="adj" fmla="val 15556"/>
            </a:avLst>
          </a:prstGeom>
          <a:gradFill>
            <a:gsLst>
              <a:gs pos="100000">
                <a:schemeClr val="bg2"/>
              </a:gs>
              <a:gs pos="0">
                <a:schemeClr val="tx2"/>
              </a:gs>
            </a:gsLst>
            <a:path path="circle">
              <a:fillToRect l="100000" t="100000"/>
            </a:path>
          </a:gradFill>
          <a:ln w="12700">
            <a:no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18" name="Content Placeholder 9">
            <a:extLst>
              <a:ext uri="{FF2B5EF4-FFF2-40B4-BE49-F238E27FC236}">
                <a16:creationId xmlns:a16="http://schemas.microsoft.com/office/drawing/2014/main" id="{8133A26D-9D2D-88BC-2CDC-11B4932049F4}"/>
              </a:ext>
            </a:extLst>
          </p:cNvPr>
          <p:cNvSpPr>
            <a:spLocks noGrp="1"/>
          </p:cNvSpPr>
          <p:nvPr>
            <p:ph sz="quarter" idx="19"/>
          </p:nvPr>
        </p:nvSpPr>
        <p:spPr>
          <a:xfrm>
            <a:off x="4654750" y="3988531"/>
            <a:ext cx="4050506" cy="2286000"/>
          </a:xfrm>
          <a:prstGeom prst="roundRect">
            <a:avLst>
              <a:gd name="adj" fmla="val 15834"/>
            </a:avLst>
          </a:prstGeom>
          <a:gradFill>
            <a:gsLst>
              <a:gs pos="100000">
                <a:schemeClr val="bg2"/>
              </a:gs>
              <a:gs pos="0">
                <a:schemeClr val="tx2"/>
              </a:gs>
            </a:gsLst>
            <a:path path="circle">
              <a:fillToRect l="100000" t="100000"/>
            </a:path>
          </a:gradFill>
          <a:ln w="12700">
            <a:no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dirty="0"/>
              <a:t>Click to edit Master text styles</a:t>
            </a:r>
          </a:p>
        </p:txBody>
      </p:sp>
    </p:spTree>
    <p:extLst>
      <p:ext uri="{BB962C8B-B14F-4D97-AF65-F5344CB8AC3E}">
        <p14:creationId xmlns:p14="http://schemas.microsoft.com/office/powerpoint/2010/main" val="39004175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4BoxIntroV2">
    <p:bg>
      <p:bgPr>
        <a:gradFill>
          <a:gsLst>
            <a:gs pos="75000">
              <a:schemeClr val="bg2"/>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2" name="Content Placeholder 9"/>
          <p:cNvSpPr>
            <a:spLocks noGrp="1"/>
          </p:cNvSpPr>
          <p:nvPr>
            <p:ph sz="quarter" idx="17"/>
          </p:nvPr>
        </p:nvSpPr>
        <p:spPr>
          <a:xfrm>
            <a:off x="2546747" y="1941920"/>
            <a:ext cx="1944200" cy="4331880"/>
          </a:xfrm>
          <a:prstGeom prst="roundRect">
            <a:avLst>
              <a:gd name="adj" fmla="val 15442"/>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bg1"/>
                </a:solidFill>
              </a:defRPr>
            </a:lvl1pPr>
            <a:lvl2pPr>
              <a:defRPr sz="1050"/>
            </a:lvl2pPr>
            <a:lvl3pPr>
              <a:defRPr sz="1050"/>
            </a:lvl3pPr>
            <a:lvl4pPr>
              <a:defRPr sz="1050"/>
            </a:lvl4pPr>
            <a:lvl5pPr>
              <a:defRPr sz="1050"/>
            </a:lvl5pPr>
          </a:lstStyle>
          <a:p>
            <a:pPr lvl="0"/>
            <a:r>
              <a:rPr lang="en-US"/>
              <a:t>Click to edit Master text styles</a:t>
            </a:r>
          </a:p>
        </p:txBody>
      </p:sp>
      <p:sp>
        <p:nvSpPr>
          <p:cNvPr id="3" name="Content Placeholder 9"/>
          <p:cNvSpPr>
            <a:spLocks noGrp="1"/>
          </p:cNvSpPr>
          <p:nvPr>
            <p:ph sz="quarter" idx="21"/>
          </p:nvPr>
        </p:nvSpPr>
        <p:spPr>
          <a:xfrm>
            <a:off x="440532" y="1941920"/>
            <a:ext cx="1944290" cy="4331880"/>
          </a:xfrm>
          <a:prstGeom prst="roundRect">
            <a:avLst>
              <a:gd name="adj" fmla="val 16912"/>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p:cNvSpPr>
            <a:spLocks noGrp="1"/>
          </p:cNvSpPr>
          <p:nvPr>
            <p:ph sz="quarter" idx="19"/>
          </p:nvPr>
        </p:nvSpPr>
        <p:spPr>
          <a:xfrm>
            <a:off x="4652962" y="1941920"/>
            <a:ext cx="1944200" cy="4331880"/>
          </a:xfrm>
          <a:prstGeom prst="roundRect">
            <a:avLst>
              <a:gd name="adj" fmla="val 15197"/>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5" name="Content Placeholder 9"/>
          <p:cNvSpPr>
            <a:spLocks noGrp="1"/>
          </p:cNvSpPr>
          <p:nvPr>
            <p:ph sz="quarter" idx="22"/>
          </p:nvPr>
        </p:nvSpPr>
        <p:spPr>
          <a:xfrm>
            <a:off x="6759268" y="1941920"/>
            <a:ext cx="1944200" cy="4331880"/>
          </a:xfrm>
          <a:prstGeom prst="roundRect">
            <a:avLst>
              <a:gd name="adj" fmla="val 15932"/>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bg1"/>
                </a:solidFill>
              </a:defRPr>
            </a:lvl1pPr>
            <a:lvl2pPr>
              <a:defRPr sz="1050"/>
            </a:lvl2pPr>
            <a:lvl3pPr>
              <a:defRPr sz="1050"/>
            </a:lvl3pPr>
            <a:lvl4pPr>
              <a:defRPr sz="1050"/>
            </a:lvl4pPr>
            <a:lvl5pPr>
              <a:defRPr sz="1050"/>
            </a:lvl5pPr>
          </a:lstStyle>
          <a:p>
            <a:pPr lvl="0"/>
            <a:r>
              <a:rPr lang="en-US"/>
              <a:t>Click to edit Master text styles</a:t>
            </a:r>
          </a:p>
        </p:txBody>
      </p:sp>
      <p:sp>
        <p:nvSpPr>
          <p:cNvPr id="6" name="Intro Placeholder"/>
          <p:cNvSpPr>
            <a:spLocks noGrp="1"/>
          </p:cNvSpPr>
          <p:nvPr>
            <p:ph type="body" sz="quarter" idx="23"/>
          </p:nvPr>
        </p:nvSpPr>
        <p:spPr>
          <a:xfrm>
            <a:off x="441469" y="1296392"/>
            <a:ext cx="8262000" cy="422873"/>
          </a:xfrm>
        </p:spPr>
        <p:txBody>
          <a:bodyPr lIns="0" tIns="0" rIns="0" bIns="0">
            <a:noAutofit/>
          </a:bodyPr>
          <a:lstStyle>
            <a:lvl1pPr marL="0" indent="0">
              <a:lnSpc>
                <a:spcPct val="110000"/>
              </a:lnSpc>
              <a:spcBef>
                <a:spcPts val="450"/>
              </a:spcBef>
              <a:buNone/>
              <a:defRPr sz="975">
                <a:solidFill>
                  <a:schemeClr val="tx1"/>
                </a:solidFill>
              </a:defRPr>
            </a:lvl1pPr>
          </a:lstStyle>
          <a:p>
            <a:pPr lvl="0"/>
            <a:r>
              <a:rPr lang="en-US"/>
              <a:t>Click to edit intro text</a:t>
            </a:r>
          </a:p>
        </p:txBody>
      </p:sp>
      <p:sp>
        <p:nvSpPr>
          <p:cNvPr id="7" name="Title Placeholder"/>
          <p:cNvSpPr>
            <a:spLocks noGrp="1"/>
          </p:cNvSpPr>
          <p:nvPr>
            <p:ph type="title" hasCustomPrompt="1"/>
          </p:nvPr>
        </p:nvSpPr>
        <p:spPr>
          <a:xfrm>
            <a:off x="440531" y="601927"/>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4BoxV3">
    <p:bg>
      <p:bgPr>
        <a:gradFill flip="none" rotWithShape="1">
          <a:gsLst>
            <a:gs pos="75000">
              <a:schemeClr val="bg2"/>
            </a:gs>
            <a:gs pos="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9">
            <a:extLst>
              <a:ext uri="{FF2B5EF4-FFF2-40B4-BE49-F238E27FC236}">
                <a16:creationId xmlns:a16="http://schemas.microsoft.com/office/drawing/2014/main" id="{BC6F658A-7D5B-64CD-244D-94A16F3EE3A6}"/>
              </a:ext>
            </a:extLst>
          </p:cNvPr>
          <p:cNvSpPr>
            <a:spLocks noGrp="1"/>
          </p:cNvSpPr>
          <p:nvPr>
            <p:ph sz="quarter" idx="14"/>
          </p:nvPr>
        </p:nvSpPr>
        <p:spPr>
          <a:xfrm>
            <a:off x="440344" y="1484999"/>
            <a:ext cx="4050694" cy="3312426"/>
          </a:xfrm>
          <a:prstGeom prst="roundRect">
            <a:avLst>
              <a:gd name="adj" fmla="val 10341"/>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5" name="Content Placeholder 9">
            <a:extLst>
              <a:ext uri="{FF2B5EF4-FFF2-40B4-BE49-F238E27FC236}">
                <a16:creationId xmlns:a16="http://schemas.microsoft.com/office/drawing/2014/main" id="{839ADCA9-5DBB-54EF-C3F2-6EB53E34100C}"/>
              </a:ext>
            </a:extLst>
          </p:cNvPr>
          <p:cNvSpPr>
            <a:spLocks noGrp="1"/>
          </p:cNvSpPr>
          <p:nvPr>
            <p:ph sz="quarter" idx="15"/>
          </p:nvPr>
        </p:nvSpPr>
        <p:spPr>
          <a:xfrm>
            <a:off x="4652963" y="1484313"/>
            <a:ext cx="4050506" cy="3313112"/>
          </a:xfrm>
          <a:prstGeom prst="roundRect">
            <a:avLst>
              <a:gd name="adj" fmla="val 11109"/>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dirty="0"/>
              <a:t>Click to edit Master text styles</a:t>
            </a:r>
          </a:p>
        </p:txBody>
      </p:sp>
      <p:sp>
        <p:nvSpPr>
          <p:cNvPr id="9" name="Title Placeholder">
            <a:extLst>
              <a:ext uri="{FF2B5EF4-FFF2-40B4-BE49-F238E27FC236}">
                <a16:creationId xmlns:a16="http://schemas.microsoft.com/office/drawing/2014/main" id="{48B9B565-4127-1749-CC94-387CE3F7E35C}"/>
              </a:ext>
            </a:extLst>
          </p:cNvPr>
          <p:cNvSpPr>
            <a:spLocks noGrp="1"/>
          </p:cNvSpPr>
          <p:nvPr>
            <p:ph type="title" hasCustomPrompt="1"/>
          </p:nvPr>
        </p:nvSpPr>
        <p:spPr>
          <a:xfrm>
            <a:off x="440531" y="603029"/>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16" name="Content Placeholder 9">
            <a:extLst>
              <a:ext uri="{FF2B5EF4-FFF2-40B4-BE49-F238E27FC236}">
                <a16:creationId xmlns:a16="http://schemas.microsoft.com/office/drawing/2014/main" id="{98B8ACA8-6DA6-BF4B-F8AF-A74B5D41FA52}"/>
              </a:ext>
            </a:extLst>
          </p:cNvPr>
          <p:cNvSpPr>
            <a:spLocks noGrp="1"/>
          </p:cNvSpPr>
          <p:nvPr>
            <p:ph sz="quarter" idx="18"/>
          </p:nvPr>
        </p:nvSpPr>
        <p:spPr>
          <a:xfrm>
            <a:off x="440532" y="5013173"/>
            <a:ext cx="4050694" cy="1259755"/>
          </a:xfrm>
          <a:prstGeom prst="roundRect">
            <a:avLst>
              <a:gd name="adj" fmla="val 26748"/>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18" name="Content Placeholder 9">
            <a:extLst>
              <a:ext uri="{FF2B5EF4-FFF2-40B4-BE49-F238E27FC236}">
                <a16:creationId xmlns:a16="http://schemas.microsoft.com/office/drawing/2014/main" id="{8133A26D-9D2D-88BC-2CDC-11B4932049F4}"/>
              </a:ext>
            </a:extLst>
          </p:cNvPr>
          <p:cNvSpPr>
            <a:spLocks noGrp="1"/>
          </p:cNvSpPr>
          <p:nvPr>
            <p:ph sz="quarter" idx="19"/>
          </p:nvPr>
        </p:nvSpPr>
        <p:spPr>
          <a:xfrm>
            <a:off x="4652963" y="5013325"/>
            <a:ext cx="4050506" cy="1260016"/>
          </a:xfrm>
          <a:prstGeom prst="roundRect">
            <a:avLst>
              <a:gd name="adj" fmla="val 26746"/>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Tree>
    <p:extLst>
      <p:ext uri="{BB962C8B-B14F-4D97-AF65-F5344CB8AC3E}">
        <p14:creationId xmlns:p14="http://schemas.microsoft.com/office/powerpoint/2010/main" val="1405442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4BoxIntroV3">
    <p:bg>
      <p:bgPr>
        <a:solidFill>
          <a:schemeClr val="bg2"/>
        </a:solidFill>
        <a:effectLst/>
      </p:bgPr>
    </p:bg>
    <p:spTree>
      <p:nvGrpSpPr>
        <p:cNvPr id="1" name=""/>
        <p:cNvGrpSpPr/>
        <p:nvPr/>
      </p:nvGrpSpPr>
      <p:grpSpPr>
        <a:xfrm>
          <a:off x="0" y="0"/>
          <a:ext cx="0" cy="0"/>
          <a:chOff x="0" y="0"/>
          <a:chExt cx="0" cy="0"/>
        </a:xfrm>
      </p:grpSpPr>
      <p:sp>
        <p:nvSpPr>
          <p:cNvPr id="2" name="Content Placeholder 9"/>
          <p:cNvSpPr>
            <a:spLocks noGrp="1"/>
          </p:cNvSpPr>
          <p:nvPr>
            <p:ph sz="quarter" idx="18"/>
          </p:nvPr>
        </p:nvSpPr>
        <p:spPr>
          <a:xfrm>
            <a:off x="440533" y="5013325"/>
            <a:ext cx="4050000" cy="1251502"/>
          </a:xfrm>
          <a:prstGeom prst="roundRect">
            <a:avLst>
              <a:gd name="adj" fmla="val 29352"/>
            </a:avLst>
          </a:prstGeom>
          <a:gradFill>
            <a:gsLst>
              <a:gs pos="100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3" name="Content Placeholder 9"/>
          <p:cNvSpPr>
            <a:spLocks noGrp="1"/>
          </p:cNvSpPr>
          <p:nvPr>
            <p:ph sz="quarter" idx="36"/>
          </p:nvPr>
        </p:nvSpPr>
        <p:spPr>
          <a:xfrm>
            <a:off x="4652963" y="5013325"/>
            <a:ext cx="4050000" cy="1251502"/>
          </a:xfrm>
          <a:prstGeom prst="roundRect">
            <a:avLst>
              <a:gd name="adj" fmla="val 30874"/>
            </a:avLst>
          </a:prstGeom>
          <a:gradFill>
            <a:gsLst>
              <a:gs pos="100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p:cNvSpPr>
            <a:spLocks noGrp="1"/>
          </p:cNvSpPr>
          <p:nvPr>
            <p:ph sz="quarter" idx="39"/>
          </p:nvPr>
        </p:nvSpPr>
        <p:spPr>
          <a:xfrm>
            <a:off x="4652963" y="1941920"/>
            <a:ext cx="4050873" cy="2852598"/>
          </a:xfrm>
          <a:prstGeom prst="roundRect">
            <a:avLst>
              <a:gd name="adj" fmla="val 12215"/>
            </a:avLst>
          </a:prstGeom>
          <a:gradFill>
            <a:gsLst>
              <a:gs pos="100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5" name="Content Placeholder 9"/>
          <p:cNvSpPr>
            <a:spLocks noGrp="1"/>
          </p:cNvSpPr>
          <p:nvPr>
            <p:ph sz="quarter" idx="21"/>
          </p:nvPr>
        </p:nvSpPr>
        <p:spPr>
          <a:xfrm>
            <a:off x="440533" y="1941920"/>
            <a:ext cx="4048718" cy="2852598"/>
          </a:xfrm>
          <a:prstGeom prst="roundRect">
            <a:avLst>
              <a:gd name="adj" fmla="val 13996"/>
            </a:avLst>
          </a:prstGeom>
          <a:gradFill>
            <a:gsLst>
              <a:gs pos="100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6" name="Intro Placeholder"/>
          <p:cNvSpPr>
            <a:spLocks noGrp="1"/>
          </p:cNvSpPr>
          <p:nvPr>
            <p:ph type="body" sz="quarter" idx="19"/>
          </p:nvPr>
        </p:nvSpPr>
        <p:spPr>
          <a:xfrm>
            <a:off x="441469" y="1296392"/>
            <a:ext cx="8262000" cy="422873"/>
          </a:xfrm>
        </p:spPr>
        <p:txBody>
          <a:bodyPr lIns="0" tIns="0" rIns="0" bIns="0">
            <a:noAutofit/>
          </a:bodyPr>
          <a:lstStyle>
            <a:lvl1pPr marL="0" indent="0">
              <a:lnSpc>
                <a:spcPct val="110000"/>
              </a:lnSpc>
              <a:spcBef>
                <a:spcPts val="450"/>
              </a:spcBef>
              <a:buNone/>
              <a:defRPr sz="975">
                <a:solidFill>
                  <a:schemeClr val="tx1"/>
                </a:solidFill>
              </a:defRPr>
            </a:lvl1pPr>
          </a:lstStyle>
          <a:p>
            <a:pPr lvl="0"/>
            <a:r>
              <a:rPr lang="en-US"/>
              <a:t>Click to edit intro text</a:t>
            </a:r>
          </a:p>
        </p:txBody>
      </p:sp>
      <p:sp>
        <p:nvSpPr>
          <p:cNvPr id="7" name="Title Placeholder"/>
          <p:cNvSpPr>
            <a:spLocks noGrp="1"/>
          </p:cNvSpPr>
          <p:nvPr>
            <p:ph type="title" hasCustomPrompt="1"/>
          </p:nvPr>
        </p:nvSpPr>
        <p:spPr>
          <a:xfrm>
            <a:off x="440531" y="601927"/>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 Styles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5BoxV1">
    <p:bg>
      <p:bgPr>
        <a:gradFill flip="none" rotWithShape="1">
          <a:gsLst>
            <a:gs pos="75000">
              <a:schemeClr val="bg2"/>
            </a:gs>
            <a:gs pos="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9">
            <a:extLst>
              <a:ext uri="{FF2B5EF4-FFF2-40B4-BE49-F238E27FC236}">
                <a16:creationId xmlns:a16="http://schemas.microsoft.com/office/drawing/2014/main" id="{869B5C48-DCC9-8553-4B07-B68CBD8B1512}"/>
              </a:ext>
            </a:extLst>
          </p:cNvPr>
          <p:cNvSpPr>
            <a:spLocks noGrp="1"/>
          </p:cNvSpPr>
          <p:nvPr>
            <p:ph sz="quarter" idx="13"/>
          </p:nvPr>
        </p:nvSpPr>
        <p:spPr>
          <a:xfrm>
            <a:off x="2128266" y="1484313"/>
            <a:ext cx="1512000" cy="4780514"/>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a:extLst>
              <a:ext uri="{FF2B5EF4-FFF2-40B4-BE49-F238E27FC236}">
                <a16:creationId xmlns:a16="http://schemas.microsoft.com/office/drawing/2014/main" id="{BC6F658A-7D5B-64CD-244D-94A16F3EE3A6}"/>
              </a:ext>
            </a:extLst>
          </p:cNvPr>
          <p:cNvSpPr>
            <a:spLocks noGrp="1"/>
          </p:cNvSpPr>
          <p:nvPr>
            <p:ph sz="quarter" idx="14"/>
          </p:nvPr>
        </p:nvSpPr>
        <p:spPr>
          <a:xfrm>
            <a:off x="440532" y="1484433"/>
            <a:ext cx="1512000" cy="4779524"/>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5" name="Content Placeholder 9">
            <a:extLst>
              <a:ext uri="{FF2B5EF4-FFF2-40B4-BE49-F238E27FC236}">
                <a16:creationId xmlns:a16="http://schemas.microsoft.com/office/drawing/2014/main" id="{839ADCA9-5DBB-54EF-C3F2-6EB53E34100C}"/>
              </a:ext>
            </a:extLst>
          </p:cNvPr>
          <p:cNvSpPr>
            <a:spLocks noGrp="1"/>
          </p:cNvSpPr>
          <p:nvPr>
            <p:ph sz="quarter" idx="15"/>
          </p:nvPr>
        </p:nvSpPr>
        <p:spPr>
          <a:xfrm>
            <a:off x="3816000" y="1484313"/>
            <a:ext cx="1512000" cy="4780514"/>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9" name="Title Placeholder">
            <a:extLst>
              <a:ext uri="{FF2B5EF4-FFF2-40B4-BE49-F238E27FC236}">
                <a16:creationId xmlns:a16="http://schemas.microsoft.com/office/drawing/2014/main" id="{48B9B565-4127-1749-CC94-387CE3F7E35C}"/>
              </a:ext>
            </a:extLst>
          </p:cNvPr>
          <p:cNvSpPr>
            <a:spLocks noGrp="1"/>
          </p:cNvSpPr>
          <p:nvPr>
            <p:ph type="title" hasCustomPrompt="1"/>
          </p:nvPr>
        </p:nvSpPr>
        <p:spPr>
          <a:xfrm>
            <a:off x="440531" y="593173"/>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11" name="Content Placeholder 9">
            <a:extLst>
              <a:ext uri="{FF2B5EF4-FFF2-40B4-BE49-F238E27FC236}">
                <a16:creationId xmlns:a16="http://schemas.microsoft.com/office/drawing/2014/main" id="{A39762DC-F32E-4312-37A4-5EDA389CDD92}"/>
              </a:ext>
            </a:extLst>
          </p:cNvPr>
          <p:cNvSpPr>
            <a:spLocks noGrp="1"/>
          </p:cNvSpPr>
          <p:nvPr>
            <p:ph sz="quarter" idx="16"/>
          </p:nvPr>
        </p:nvSpPr>
        <p:spPr>
          <a:xfrm>
            <a:off x="5503734" y="1484313"/>
            <a:ext cx="1512000" cy="4780514"/>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2" name="Content Placeholder 9">
            <a:extLst>
              <a:ext uri="{FF2B5EF4-FFF2-40B4-BE49-F238E27FC236}">
                <a16:creationId xmlns:a16="http://schemas.microsoft.com/office/drawing/2014/main" id="{0B6E4715-FC37-803D-1811-9EDAF51DD92D}"/>
              </a:ext>
            </a:extLst>
          </p:cNvPr>
          <p:cNvSpPr>
            <a:spLocks noGrp="1"/>
          </p:cNvSpPr>
          <p:nvPr>
            <p:ph sz="quarter" idx="17"/>
          </p:nvPr>
        </p:nvSpPr>
        <p:spPr>
          <a:xfrm>
            <a:off x="7191468" y="1484313"/>
            <a:ext cx="1512000" cy="4780514"/>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Tree>
    <p:extLst>
      <p:ext uri="{BB962C8B-B14F-4D97-AF65-F5344CB8AC3E}">
        <p14:creationId xmlns:p14="http://schemas.microsoft.com/office/powerpoint/2010/main" val="37463150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5BoxIntroV1">
    <p:bg>
      <p:bgPr>
        <a:solidFill>
          <a:schemeClr val="bg2"/>
        </a:solidFill>
        <a:effectLst/>
      </p:bgPr>
    </p:bg>
    <p:spTree>
      <p:nvGrpSpPr>
        <p:cNvPr id="1" name=""/>
        <p:cNvGrpSpPr/>
        <p:nvPr/>
      </p:nvGrpSpPr>
      <p:grpSpPr>
        <a:xfrm>
          <a:off x="0" y="0"/>
          <a:ext cx="0" cy="0"/>
          <a:chOff x="0" y="0"/>
          <a:chExt cx="0" cy="0"/>
        </a:xfrm>
      </p:grpSpPr>
      <p:sp>
        <p:nvSpPr>
          <p:cNvPr id="2" name="Content Placeholder 9"/>
          <p:cNvSpPr>
            <a:spLocks noGrp="1"/>
          </p:cNvSpPr>
          <p:nvPr>
            <p:ph sz="quarter" idx="13"/>
          </p:nvPr>
        </p:nvSpPr>
        <p:spPr>
          <a:xfrm>
            <a:off x="2128266" y="1959882"/>
            <a:ext cx="1512000" cy="4312202"/>
          </a:xfrm>
          <a:prstGeom prst="roundRect">
            <a:avLst>
              <a:gd name="adj" fmla="val 18557"/>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3" name="Content Placeholder 9"/>
          <p:cNvSpPr>
            <a:spLocks noGrp="1"/>
          </p:cNvSpPr>
          <p:nvPr>
            <p:ph sz="quarter" idx="14"/>
          </p:nvPr>
        </p:nvSpPr>
        <p:spPr>
          <a:xfrm>
            <a:off x="440532" y="1960776"/>
            <a:ext cx="1512000" cy="4311309"/>
          </a:xfrm>
          <a:prstGeom prst="roundRect">
            <a:avLst>
              <a:gd name="adj" fmla="val 18242"/>
            </a:avLst>
          </a:prstGeom>
          <a:gradFill>
            <a:gsLst>
              <a:gs pos="100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p:cNvSpPr>
            <a:spLocks noGrp="1"/>
          </p:cNvSpPr>
          <p:nvPr>
            <p:ph sz="quarter" idx="15"/>
          </p:nvPr>
        </p:nvSpPr>
        <p:spPr>
          <a:xfrm>
            <a:off x="3816000" y="1959882"/>
            <a:ext cx="1512000" cy="4312202"/>
          </a:xfrm>
          <a:prstGeom prst="roundRect">
            <a:avLst>
              <a:gd name="adj" fmla="val 18242"/>
            </a:avLst>
          </a:prstGeom>
          <a:gradFill>
            <a:gsLst>
              <a:gs pos="100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5" name="Content Placeholder 9"/>
          <p:cNvSpPr>
            <a:spLocks noGrp="1"/>
          </p:cNvSpPr>
          <p:nvPr>
            <p:ph sz="quarter" idx="16"/>
          </p:nvPr>
        </p:nvSpPr>
        <p:spPr>
          <a:xfrm>
            <a:off x="5503734" y="1959882"/>
            <a:ext cx="1512000" cy="4312202"/>
          </a:xfrm>
          <a:prstGeom prst="roundRect">
            <a:avLst>
              <a:gd name="adj" fmla="val 18242"/>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6" name="Content Placeholder 9"/>
          <p:cNvSpPr>
            <a:spLocks noGrp="1"/>
          </p:cNvSpPr>
          <p:nvPr>
            <p:ph sz="quarter" idx="17"/>
          </p:nvPr>
        </p:nvSpPr>
        <p:spPr>
          <a:xfrm>
            <a:off x="7191468" y="1959882"/>
            <a:ext cx="1512000" cy="4312202"/>
          </a:xfrm>
          <a:prstGeom prst="roundRect">
            <a:avLst>
              <a:gd name="adj" fmla="val 18872"/>
            </a:avLst>
          </a:prstGeom>
          <a:gradFill>
            <a:gsLst>
              <a:gs pos="100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7" name="Intro Placeholder"/>
          <p:cNvSpPr>
            <a:spLocks noGrp="1"/>
          </p:cNvSpPr>
          <p:nvPr>
            <p:ph type="body" sz="quarter" idx="19"/>
          </p:nvPr>
        </p:nvSpPr>
        <p:spPr>
          <a:xfrm>
            <a:off x="441469" y="1296392"/>
            <a:ext cx="8262000" cy="422873"/>
          </a:xfrm>
        </p:spPr>
        <p:txBody>
          <a:bodyPr lIns="0" tIns="0" rIns="0" bIns="0">
            <a:noAutofit/>
          </a:bodyPr>
          <a:lstStyle>
            <a:lvl1pPr marL="0" indent="0">
              <a:lnSpc>
                <a:spcPct val="110000"/>
              </a:lnSpc>
              <a:spcBef>
                <a:spcPts val="450"/>
              </a:spcBef>
              <a:buNone/>
              <a:defRPr sz="975">
                <a:solidFill>
                  <a:schemeClr val="tx1"/>
                </a:solidFill>
              </a:defRPr>
            </a:lvl1pPr>
          </a:lstStyle>
          <a:p>
            <a:pPr lvl="0"/>
            <a:r>
              <a:rPr lang="en-US"/>
              <a:t>Click to edit intro text</a:t>
            </a:r>
          </a:p>
        </p:txBody>
      </p:sp>
      <p:sp>
        <p:nvSpPr>
          <p:cNvPr id="8" name="Title Placeholder"/>
          <p:cNvSpPr>
            <a:spLocks noGrp="1"/>
          </p:cNvSpPr>
          <p:nvPr>
            <p:ph type="title" hasCustomPrompt="1"/>
          </p:nvPr>
        </p:nvSpPr>
        <p:spPr>
          <a:xfrm>
            <a:off x="440531" y="601927"/>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6BoxV1">
    <p:bg>
      <p:bgPr>
        <a:solidFill>
          <a:schemeClr val="bg2"/>
        </a:solidFill>
        <a:effectLst/>
      </p:bgPr>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48B9B565-4127-1749-CC94-387CE3F7E35C}"/>
              </a:ext>
            </a:extLst>
          </p:cNvPr>
          <p:cNvSpPr>
            <a:spLocks noGrp="1"/>
          </p:cNvSpPr>
          <p:nvPr>
            <p:ph type="title" hasCustomPrompt="1"/>
          </p:nvPr>
        </p:nvSpPr>
        <p:spPr>
          <a:xfrm>
            <a:off x="440531" y="592279"/>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3" name="Content Placeholder 9">
            <a:extLst>
              <a:ext uri="{FF2B5EF4-FFF2-40B4-BE49-F238E27FC236}">
                <a16:creationId xmlns:a16="http://schemas.microsoft.com/office/drawing/2014/main" id="{4E54D30F-ACC0-5C7A-352E-FDFDF2DDF277}"/>
              </a:ext>
            </a:extLst>
          </p:cNvPr>
          <p:cNvSpPr>
            <a:spLocks noGrp="1"/>
          </p:cNvSpPr>
          <p:nvPr>
            <p:ph sz="quarter" idx="18"/>
          </p:nvPr>
        </p:nvSpPr>
        <p:spPr>
          <a:xfrm>
            <a:off x="440533" y="3979721"/>
            <a:ext cx="2646759" cy="2286000"/>
          </a:xfrm>
          <a:prstGeom prst="roundRect">
            <a:avLst/>
          </a:prstGeom>
          <a:gradFill>
            <a:gsLst>
              <a:gs pos="100000">
                <a:schemeClr val="bg2"/>
              </a:gs>
              <a:gs pos="0">
                <a:schemeClr val="tx2"/>
              </a:gs>
            </a:gsLst>
            <a:path path="circle">
              <a:fillToRect l="100000" t="100000"/>
            </a:path>
          </a:gradFill>
          <a:ln w="12700">
            <a:no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dirty="0"/>
              <a:t>Click to edit Master text styles</a:t>
            </a:r>
          </a:p>
        </p:txBody>
      </p:sp>
      <p:sp>
        <p:nvSpPr>
          <p:cNvPr id="8" name="Content Placeholder 9">
            <a:extLst>
              <a:ext uri="{FF2B5EF4-FFF2-40B4-BE49-F238E27FC236}">
                <a16:creationId xmlns:a16="http://schemas.microsoft.com/office/drawing/2014/main" id="{27D9EDC3-E389-37C6-6F1A-1F0F1AF8C0D7}"/>
              </a:ext>
            </a:extLst>
          </p:cNvPr>
          <p:cNvSpPr>
            <a:spLocks noGrp="1"/>
          </p:cNvSpPr>
          <p:nvPr>
            <p:ph sz="quarter" idx="19"/>
          </p:nvPr>
        </p:nvSpPr>
        <p:spPr>
          <a:xfrm>
            <a:off x="3248636" y="3979721"/>
            <a:ext cx="2646638" cy="2286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5" name="Content Placeholder 9">
            <a:extLst>
              <a:ext uri="{FF2B5EF4-FFF2-40B4-BE49-F238E27FC236}">
                <a16:creationId xmlns:a16="http://schemas.microsoft.com/office/drawing/2014/main" id="{51DBE1E3-553C-153D-3BE2-5F7EE61B349C}"/>
              </a:ext>
            </a:extLst>
          </p:cNvPr>
          <p:cNvSpPr>
            <a:spLocks noGrp="1"/>
          </p:cNvSpPr>
          <p:nvPr>
            <p:ph sz="quarter" idx="36"/>
          </p:nvPr>
        </p:nvSpPr>
        <p:spPr>
          <a:xfrm>
            <a:off x="6056618" y="3979721"/>
            <a:ext cx="2646638" cy="2286000"/>
          </a:xfrm>
          <a:prstGeom prst="roundRect">
            <a:avLst/>
          </a:prstGeom>
          <a:gradFill>
            <a:gsLst>
              <a:gs pos="100000">
                <a:schemeClr val="bg2"/>
              </a:gs>
              <a:gs pos="0">
                <a:schemeClr val="tx2"/>
              </a:gs>
            </a:gsLst>
            <a:path path="circle">
              <a:fillToRect l="100000" t="100000"/>
            </a:path>
          </a:gradFill>
          <a:ln w="12700">
            <a:no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21" name="Content Placeholder 9">
            <a:extLst>
              <a:ext uri="{FF2B5EF4-FFF2-40B4-BE49-F238E27FC236}">
                <a16:creationId xmlns:a16="http://schemas.microsoft.com/office/drawing/2014/main" id="{032BCC0D-5AD0-B8F0-DE20-06B254A29A53}"/>
              </a:ext>
            </a:extLst>
          </p:cNvPr>
          <p:cNvSpPr>
            <a:spLocks noGrp="1"/>
          </p:cNvSpPr>
          <p:nvPr>
            <p:ph sz="quarter" idx="37"/>
          </p:nvPr>
        </p:nvSpPr>
        <p:spPr>
          <a:xfrm>
            <a:off x="440626" y="1484314"/>
            <a:ext cx="2646759" cy="2286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22" name="Content Placeholder 9">
            <a:extLst>
              <a:ext uri="{FF2B5EF4-FFF2-40B4-BE49-F238E27FC236}">
                <a16:creationId xmlns:a16="http://schemas.microsoft.com/office/drawing/2014/main" id="{ED23215E-C919-5A45-0525-70B357C6C5E5}"/>
              </a:ext>
            </a:extLst>
          </p:cNvPr>
          <p:cNvSpPr>
            <a:spLocks noGrp="1"/>
          </p:cNvSpPr>
          <p:nvPr>
            <p:ph sz="quarter" idx="38"/>
          </p:nvPr>
        </p:nvSpPr>
        <p:spPr>
          <a:xfrm>
            <a:off x="3249216" y="1484313"/>
            <a:ext cx="2646638" cy="2286000"/>
          </a:xfrm>
          <a:prstGeom prst="roundRect">
            <a:avLst/>
          </a:prstGeom>
          <a:gradFill>
            <a:gsLst>
              <a:gs pos="100000">
                <a:schemeClr val="bg2"/>
              </a:gs>
              <a:gs pos="0">
                <a:schemeClr val="tx2"/>
              </a:gs>
            </a:gsLst>
            <a:path path="circle">
              <a:fillToRect l="100000" t="100000"/>
            </a:path>
          </a:gradFill>
          <a:ln w="12700">
            <a:no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23" name="Content Placeholder 9">
            <a:extLst>
              <a:ext uri="{FF2B5EF4-FFF2-40B4-BE49-F238E27FC236}">
                <a16:creationId xmlns:a16="http://schemas.microsoft.com/office/drawing/2014/main" id="{29FD2E25-8539-ABD8-BDBB-BA6629D0ABA7}"/>
              </a:ext>
            </a:extLst>
          </p:cNvPr>
          <p:cNvSpPr>
            <a:spLocks noGrp="1"/>
          </p:cNvSpPr>
          <p:nvPr>
            <p:ph sz="quarter" idx="39"/>
          </p:nvPr>
        </p:nvSpPr>
        <p:spPr>
          <a:xfrm>
            <a:off x="6057198" y="1484313"/>
            <a:ext cx="2646638" cy="2286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Tree>
    <p:extLst>
      <p:ext uri="{BB962C8B-B14F-4D97-AF65-F5344CB8AC3E}">
        <p14:creationId xmlns:p14="http://schemas.microsoft.com/office/powerpoint/2010/main" val="40641329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6BoxIntroV1">
    <p:bg>
      <p:bgPr>
        <a:solidFill>
          <a:schemeClr val="bg2"/>
        </a:solidFill>
        <a:effectLst/>
      </p:bgPr>
    </p:bg>
    <p:spTree>
      <p:nvGrpSpPr>
        <p:cNvPr id="1" name=""/>
        <p:cNvGrpSpPr/>
        <p:nvPr/>
      </p:nvGrpSpPr>
      <p:grpSpPr>
        <a:xfrm>
          <a:off x="0" y="0"/>
          <a:ext cx="0" cy="0"/>
          <a:chOff x="0" y="0"/>
          <a:chExt cx="0" cy="0"/>
        </a:xfrm>
      </p:grpSpPr>
      <p:sp>
        <p:nvSpPr>
          <p:cNvPr id="2" name="Content Placeholder 9"/>
          <p:cNvSpPr>
            <a:spLocks noGrp="1"/>
          </p:cNvSpPr>
          <p:nvPr>
            <p:ph sz="quarter" idx="41"/>
          </p:nvPr>
        </p:nvSpPr>
        <p:spPr>
          <a:xfrm>
            <a:off x="440654" y="4212827"/>
            <a:ext cx="2646638" cy="2052000"/>
          </a:xfrm>
          <a:prstGeom prst="roundRect">
            <a:avLst>
              <a:gd name="adj" fmla="val 19143"/>
            </a:avLst>
          </a:prstGeom>
          <a:gradFill>
            <a:gsLst>
              <a:gs pos="75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3" name="Content Placeholder 9"/>
          <p:cNvSpPr>
            <a:spLocks noGrp="1"/>
          </p:cNvSpPr>
          <p:nvPr>
            <p:ph sz="quarter" idx="44"/>
          </p:nvPr>
        </p:nvSpPr>
        <p:spPr>
          <a:xfrm>
            <a:off x="440532" y="1944827"/>
            <a:ext cx="2646638" cy="2052000"/>
          </a:xfrm>
          <a:prstGeom prst="roundRect">
            <a:avLst>
              <a:gd name="adj" fmla="val 19143"/>
            </a:avLst>
          </a:prstGeom>
          <a:solidFill>
            <a:schemeClr val="bg2"/>
          </a:solid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p:cNvSpPr>
            <a:spLocks noGrp="1"/>
          </p:cNvSpPr>
          <p:nvPr>
            <p:ph sz="quarter" idx="45"/>
          </p:nvPr>
        </p:nvSpPr>
        <p:spPr>
          <a:xfrm>
            <a:off x="3249216" y="4212827"/>
            <a:ext cx="2646638" cy="2052000"/>
          </a:xfrm>
          <a:prstGeom prst="roundRect">
            <a:avLst>
              <a:gd name="adj" fmla="val 19143"/>
            </a:avLst>
          </a:prstGeom>
          <a:solidFill>
            <a:schemeClr val="bg2"/>
          </a:solid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5" name="Content Placeholder 9"/>
          <p:cNvSpPr>
            <a:spLocks noGrp="1"/>
          </p:cNvSpPr>
          <p:nvPr>
            <p:ph sz="quarter" idx="46"/>
          </p:nvPr>
        </p:nvSpPr>
        <p:spPr>
          <a:xfrm>
            <a:off x="3249216" y="1944827"/>
            <a:ext cx="2646638" cy="2052000"/>
          </a:xfrm>
          <a:prstGeom prst="roundRect">
            <a:avLst>
              <a:gd name="adj" fmla="val 19143"/>
            </a:avLst>
          </a:prstGeom>
          <a:gradFill>
            <a:gsLst>
              <a:gs pos="75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6" name="Content Placeholder 9"/>
          <p:cNvSpPr>
            <a:spLocks noGrp="1"/>
          </p:cNvSpPr>
          <p:nvPr>
            <p:ph sz="quarter" idx="47"/>
          </p:nvPr>
        </p:nvSpPr>
        <p:spPr>
          <a:xfrm>
            <a:off x="6056618" y="4212827"/>
            <a:ext cx="2646638" cy="2052000"/>
          </a:xfrm>
          <a:prstGeom prst="roundRect">
            <a:avLst>
              <a:gd name="adj" fmla="val 17286"/>
            </a:avLst>
          </a:prstGeom>
          <a:gradFill>
            <a:gsLst>
              <a:gs pos="75000">
                <a:schemeClr val="bg2"/>
              </a:gs>
              <a:gs pos="0">
                <a:schemeClr val="tx2"/>
              </a:gs>
            </a:gsLst>
            <a:path path="circle">
              <a:fillToRect l="100000" t="100000"/>
            </a:path>
          </a:gradFill>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7" name="Content Placeholder 9"/>
          <p:cNvSpPr>
            <a:spLocks noGrp="1"/>
          </p:cNvSpPr>
          <p:nvPr>
            <p:ph sz="quarter" idx="48"/>
          </p:nvPr>
        </p:nvSpPr>
        <p:spPr>
          <a:xfrm>
            <a:off x="6056618" y="1944827"/>
            <a:ext cx="2646638" cy="2052000"/>
          </a:xfrm>
          <a:prstGeom prst="roundRect">
            <a:avLst>
              <a:gd name="adj" fmla="val 17286"/>
            </a:avLst>
          </a:prstGeom>
          <a:solidFill>
            <a:schemeClr val="bg2"/>
          </a:solid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lvl1pPr>
            <a:lvl2pPr>
              <a:defRPr sz="1050"/>
            </a:lvl2pPr>
            <a:lvl3pPr>
              <a:defRPr sz="1050"/>
            </a:lvl3pPr>
            <a:lvl4pPr>
              <a:defRPr sz="1050"/>
            </a:lvl4pPr>
            <a:lvl5pPr>
              <a:defRPr sz="1050"/>
            </a:lvl5pPr>
          </a:lstStyle>
          <a:p>
            <a:pPr lvl="0"/>
            <a:r>
              <a:rPr lang="en-US"/>
              <a:t>Click to edit Master text styles</a:t>
            </a:r>
          </a:p>
        </p:txBody>
      </p:sp>
      <p:sp>
        <p:nvSpPr>
          <p:cNvPr id="8" name="Intro Placeholder"/>
          <p:cNvSpPr>
            <a:spLocks noGrp="1"/>
          </p:cNvSpPr>
          <p:nvPr>
            <p:ph type="body" sz="quarter" idx="19"/>
          </p:nvPr>
        </p:nvSpPr>
        <p:spPr>
          <a:xfrm>
            <a:off x="441469" y="1296392"/>
            <a:ext cx="8262000" cy="422873"/>
          </a:xfrm>
        </p:spPr>
        <p:txBody>
          <a:bodyPr lIns="0" tIns="0" rIns="0" bIns="0">
            <a:noAutofit/>
          </a:bodyPr>
          <a:lstStyle>
            <a:lvl1pPr marL="0" indent="0">
              <a:lnSpc>
                <a:spcPct val="110000"/>
              </a:lnSpc>
              <a:spcBef>
                <a:spcPts val="450"/>
              </a:spcBef>
              <a:buNone/>
              <a:defRPr sz="975">
                <a:solidFill>
                  <a:schemeClr val="tx1"/>
                </a:solidFill>
              </a:defRPr>
            </a:lvl1pPr>
          </a:lstStyle>
          <a:p>
            <a:pPr lvl="0"/>
            <a:r>
              <a:rPr lang="en-US"/>
              <a:t>Click to edit intro text</a:t>
            </a:r>
          </a:p>
        </p:txBody>
      </p:sp>
      <p:sp>
        <p:nvSpPr>
          <p:cNvPr id="9" name="Title Placeholder"/>
          <p:cNvSpPr>
            <a:spLocks noGrp="1"/>
          </p:cNvSpPr>
          <p:nvPr>
            <p:ph type="title" hasCustomPrompt="1"/>
          </p:nvPr>
        </p:nvSpPr>
        <p:spPr>
          <a:xfrm>
            <a:off x="440531" y="601927"/>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8BoxV1">
    <p:bg>
      <p:bgPr>
        <a:gradFill flip="none" rotWithShape="1">
          <a:gsLst>
            <a:gs pos="75000">
              <a:schemeClr val="bg2"/>
            </a:gs>
            <a:gs pos="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9">
            <a:extLst>
              <a:ext uri="{FF2B5EF4-FFF2-40B4-BE49-F238E27FC236}">
                <a16:creationId xmlns:a16="http://schemas.microsoft.com/office/drawing/2014/main" id="{869B5C48-DCC9-8553-4B07-B68CBD8B1512}"/>
              </a:ext>
            </a:extLst>
          </p:cNvPr>
          <p:cNvSpPr>
            <a:spLocks noGrp="1"/>
          </p:cNvSpPr>
          <p:nvPr>
            <p:ph sz="quarter" idx="13"/>
          </p:nvPr>
        </p:nvSpPr>
        <p:spPr>
          <a:xfrm>
            <a:off x="2546748" y="1481329"/>
            <a:ext cx="1944200" cy="2286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a:extLst>
              <a:ext uri="{FF2B5EF4-FFF2-40B4-BE49-F238E27FC236}">
                <a16:creationId xmlns:a16="http://schemas.microsoft.com/office/drawing/2014/main" id="{BC6F658A-7D5B-64CD-244D-94A16F3EE3A6}"/>
              </a:ext>
            </a:extLst>
          </p:cNvPr>
          <p:cNvSpPr>
            <a:spLocks noGrp="1"/>
          </p:cNvSpPr>
          <p:nvPr>
            <p:ph sz="quarter" idx="14"/>
          </p:nvPr>
        </p:nvSpPr>
        <p:spPr>
          <a:xfrm>
            <a:off x="440532" y="1482200"/>
            <a:ext cx="1944290" cy="2286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dirty="0"/>
              <a:t>Click to edit Master text styles</a:t>
            </a:r>
          </a:p>
        </p:txBody>
      </p:sp>
      <p:sp>
        <p:nvSpPr>
          <p:cNvPr id="5" name="Content Placeholder 9">
            <a:extLst>
              <a:ext uri="{FF2B5EF4-FFF2-40B4-BE49-F238E27FC236}">
                <a16:creationId xmlns:a16="http://schemas.microsoft.com/office/drawing/2014/main" id="{839ADCA9-5DBB-54EF-C3F2-6EB53E34100C}"/>
              </a:ext>
            </a:extLst>
          </p:cNvPr>
          <p:cNvSpPr>
            <a:spLocks noGrp="1"/>
          </p:cNvSpPr>
          <p:nvPr>
            <p:ph sz="quarter" idx="15"/>
          </p:nvPr>
        </p:nvSpPr>
        <p:spPr>
          <a:xfrm>
            <a:off x="4652963" y="1481329"/>
            <a:ext cx="1944200" cy="2286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9" name="Title Placeholder">
            <a:extLst>
              <a:ext uri="{FF2B5EF4-FFF2-40B4-BE49-F238E27FC236}">
                <a16:creationId xmlns:a16="http://schemas.microsoft.com/office/drawing/2014/main" id="{48B9B565-4127-1749-CC94-387CE3F7E35C}"/>
              </a:ext>
            </a:extLst>
          </p:cNvPr>
          <p:cNvSpPr>
            <a:spLocks noGrp="1"/>
          </p:cNvSpPr>
          <p:nvPr>
            <p:ph type="title" hasCustomPrompt="1"/>
          </p:nvPr>
        </p:nvSpPr>
        <p:spPr>
          <a:xfrm>
            <a:off x="440531" y="596581"/>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tx1"/>
                </a:solidFill>
                <a:latin typeface="+mj-lt"/>
              </a:defRPr>
            </a:lvl1pPr>
          </a:lstStyle>
          <a:p>
            <a:pPr lvl="0"/>
            <a:r>
              <a:rPr lang="en-US" dirty="0"/>
              <a:t>Click To Edit Master Text</a:t>
            </a:r>
            <a:r>
              <a:rPr lang="ru-RU" dirty="0"/>
              <a:t> </a:t>
            </a:r>
            <a:r>
              <a:rPr lang="en-US" dirty="0"/>
              <a:t>Styles</a:t>
            </a:r>
            <a:endParaRPr lang="ru-RU" dirty="0"/>
          </a:p>
        </p:txBody>
      </p:sp>
      <p:sp>
        <p:nvSpPr>
          <p:cNvPr id="11" name="Content Placeholder 9">
            <a:extLst>
              <a:ext uri="{FF2B5EF4-FFF2-40B4-BE49-F238E27FC236}">
                <a16:creationId xmlns:a16="http://schemas.microsoft.com/office/drawing/2014/main" id="{A39762DC-F32E-4312-37A4-5EDA389CDD92}"/>
              </a:ext>
            </a:extLst>
          </p:cNvPr>
          <p:cNvSpPr>
            <a:spLocks noGrp="1"/>
          </p:cNvSpPr>
          <p:nvPr>
            <p:ph sz="quarter" idx="16"/>
          </p:nvPr>
        </p:nvSpPr>
        <p:spPr>
          <a:xfrm>
            <a:off x="6759269" y="1481329"/>
            <a:ext cx="1944200" cy="2286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2" name="Content Placeholder 9">
            <a:extLst>
              <a:ext uri="{FF2B5EF4-FFF2-40B4-BE49-F238E27FC236}">
                <a16:creationId xmlns:a16="http://schemas.microsoft.com/office/drawing/2014/main" id="{49FEEC98-96B4-267F-C01B-20EAA1E9CCBD}"/>
              </a:ext>
            </a:extLst>
          </p:cNvPr>
          <p:cNvSpPr>
            <a:spLocks noGrp="1"/>
          </p:cNvSpPr>
          <p:nvPr>
            <p:ph sz="quarter" idx="17"/>
          </p:nvPr>
        </p:nvSpPr>
        <p:spPr>
          <a:xfrm>
            <a:off x="2546747" y="3987800"/>
            <a:ext cx="1944200" cy="2286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6" name="Content Placeholder 9">
            <a:extLst>
              <a:ext uri="{FF2B5EF4-FFF2-40B4-BE49-F238E27FC236}">
                <a16:creationId xmlns:a16="http://schemas.microsoft.com/office/drawing/2014/main" id="{BECFCB75-68AE-CC3A-2067-2422287363B1}"/>
              </a:ext>
            </a:extLst>
          </p:cNvPr>
          <p:cNvSpPr>
            <a:spLocks noGrp="1"/>
          </p:cNvSpPr>
          <p:nvPr>
            <p:ph sz="quarter" idx="18"/>
          </p:nvPr>
        </p:nvSpPr>
        <p:spPr>
          <a:xfrm>
            <a:off x="440532" y="3988671"/>
            <a:ext cx="1944290" cy="2286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8" name="Content Placeholder 9">
            <a:extLst>
              <a:ext uri="{FF2B5EF4-FFF2-40B4-BE49-F238E27FC236}">
                <a16:creationId xmlns:a16="http://schemas.microsoft.com/office/drawing/2014/main" id="{6E968E43-0DB3-9745-3850-7316EF14BB83}"/>
              </a:ext>
            </a:extLst>
          </p:cNvPr>
          <p:cNvSpPr>
            <a:spLocks noGrp="1"/>
          </p:cNvSpPr>
          <p:nvPr>
            <p:ph sz="quarter" idx="19"/>
          </p:nvPr>
        </p:nvSpPr>
        <p:spPr>
          <a:xfrm>
            <a:off x="4652962" y="3987800"/>
            <a:ext cx="1944200" cy="2286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10" name="Content Placeholder 9">
            <a:extLst>
              <a:ext uri="{FF2B5EF4-FFF2-40B4-BE49-F238E27FC236}">
                <a16:creationId xmlns:a16="http://schemas.microsoft.com/office/drawing/2014/main" id="{2FCB410C-4026-6F50-F83E-18FE54E45706}"/>
              </a:ext>
            </a:extLst>
          </p:cNvPr>
          <p:cNvSpPr>
            <a:spLocks noGrp="1"/>
          </p:cNvSpPr>
          <p:nvPr>
            <p:ph sz="quarter" idx="20"/>
          </p:nvPr>
        </p:nvSpPr>
        <p:spPr>
          <a:xfrm>
            <a:off x="6759268" y="3987800"/>
            <a:ext cx="1944200" cy="2286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Tree>
    <p:extLst>
      <p:ext uri="{BB962C8B-B14F-4D97-AF65-F5344CB8AC3E}">
        <p14:creationId xmlns:p14="http://schemas.microsoft.com/office/powerpoint/2010/main" val="8525233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8BoxIntroV1">
    <p:bg>
      <p:bgPr>
        <a:gradFill>
          <a:gsLst>
            <a:gs pos="75000">
              <a:schemeClr val="bg2"/>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2" name="Content Placeholder 9"/>
          <p:cNvSpPr>
            <a:spLocks noGrp="1"/>
          </p:cNvSpPr>
          <p:nvPr>
            <p:ph sz="quarter" idx="21"/>
          </p:nvPr>
        </p:nvSpPr>
        <p:spPr>
          <a:xfrm>
            <a:off x="440623" y="1941419"/>
            <a:ext cx="1944200" cy="2052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3" name="Content Placeholder 9"/>
          <p:cNvSpPr>
            <a:spLocks noGrp="1"/>
          </p:cNvSpPr>
          <p:nvPr>
            <p:ph sz="quarter" idx="25"/>
          </p:nvPr>
        </p:nvSpPr>
        <p:spPr>
          <a:xfrm>
            <a:off x="2546929" y="1941419"/>
            <a:ext cx="1944200" cy="2052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4" name="Content Placeholder 9"/>
          <p:cNvSpPr>
            <a:spLocks noGrp="1"/>
          </p:cNvSpPr>
          <p:nvPr>
            <p:ph sz="quarter" idx="26"/>
          </p:nvPr>
        </p:nvSpPr>
        <p:spPr>
          <a:xfrm>
            <a:off x="4652963" y="1941419"/>
            <a:ext cx="1944200" cy="2052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5" name="Content Placeholder 9"/>
          <p:cNvSpPr>
            <a:spLocks noGrp="1"/>
          </p:cNvSpPr>
          <p:nvPr>
            <p:ph sz="quarter" idx="27"/>
          </p:nvPr>
        </p:nvSpPr>
        <p:spPr>
          <a:xfrm>
            <a:off x="6759269" y="1941419"/>
            <a:ext cx="1944200" cy="2052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6" name="Content Placeholder 9"/>
          <p:cNvSpPr>
            <a:spLocks noGrp="1"/>
          </p:cNvSpPr>
          <p:nvPr>
            <p:ph sz="quarter" idx="28"/>
          </p:nvPr>
        </p:nvSpPr>
        <p:spPr>
          <a:xfrm>
            <a:off x="440442" y="4212827"/>
            <a:ext cx="1944200" cy="2052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7" name="Content Placeholder 9"/>
          <p:cNvSpPr>
            <a:spLocks noGrp="1"/>
          </p:cNvSpPr>
          <p:nvPr>
            <p:ph sz="quarter" idx="29"/>
          </p:nvPr>
        </p:nvSpPr>
        <p:spPr>
          <a:xfrm>
            <a:off x="2546748" y="4212827"/>
            <a:ext cx="1944200" cy="2052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8" name="Content Placeholder 9"/>
          <p:cNvSpPr>
            <a:spLocks noGrp="1"/>
          </p:cNvSpPr>
          <p:nvPr>
            <p:ph sz="quarter" idx="30"/>
          </p:nvPr>
        </p:nvSpPr>
        <p:spPr>
          <a:xfrm>
            <a:off x="4652782" y="4212827"/>
            <a:ext cx="1944200" cy="2052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9" name="Content Placeholder 9"/>
          <p:cNvSpPr>
            <a:spLocks noGrp="1"/>
          </p:cNvSpPr>
          <p:nvPr>
            <p:ph sz="quarter" idx="31"/>
          </p:nvPr>
        </p:nvSpPr>
        <p:spPr>
          <a:xfrm>
            <a:off x="6759088" y="4212827"/>
            <a:ext cx="1944200" cy="2052000"/>
          </a:xfrm>
          <a:prstGeom prst="roundRect">
            <a:avLst/>
          </a:prstGeom>
          <a:noFill/>
          <a:ln w="12700">
            <a:solidFill>
              <a:schemeClr val="tx1"/>
            </a:solidFill>
          </a:ln>
        </p:spPr>
        <p:txBody>
          <a:bodyPr lIns="216000" tIns="216000" rIns="216000" bIns="216000" anchor="t" anchorCtr="0">
            <a:noAutofit/>
          </a:bodyPr>
          <a:lstStyle>
            <a:lvl1pPr marL="0">
              <a:lnSpc>
                <a:spcPct val="110000"/>
              </a:lnSpc>
              <a:spcBef>
                <a:spcPts val="450"/>
              </a:spcBef>
              <a:buFont typeface="Arial" panose="020B0604020202020204" pitchFamily="34" charset="0"/>
              <a:buNone/>
              <a:defRPr sz="975">
                <a:solidFill>
                  <a:schemeClr val="tx1"/>
                </a:solidFill>
              </a:defRPr>
            </a:lvl1pPr>
            <a:lvl2pPr>
              <a:defRPr sz="1050"/>
            </a:lvl2pPr>
            <a:lvl3pPr>
              <a:defRPr sz="1050"/>
            </a:lvl3pPr>
            <a:lvl4pPr>
              <a:defRPr sz="1050"/>
            </a:lvl4pPr>
            <a:lvl5pPr>
              <a:defRPr sz="1050"/>
            </a:lvl5pPr>
          </a:lstStyle>
          <a:p>
            <a:pPr lvl="0"/>
            <a:r>
              <a:rPr lang="en-US"/>
              <a:t>Click to edit Master text styles</a:t>
            </a:r>
          </a:p>
        </p:txBody>
      </p:sp>
      <p:sp>
        <p:nvSpPr>
          <p:cNvPr id="10" name="Intro Placeholder"/>
          <p:cNvSpPr>
            <a:spLocks noGrp="1"/>
          </p:cNvSpPr>
          <p:nvPr>
            <p:ph type="body" sz="quarter" idx="19"/>
          </p:nvPr>
        </p:nvSpPr>
        <p:spPr>
          <a:xfrm>
            <a:off x="441469" y="1296392"/>
            <a:ext cx="8262000" cy="422873"/>
          </a:xfrm>
        </p:spPr>
        <p:txBody>
          <a:bodyPr lIns="0" tIns="0" rIns="0" bIns="0">
            <a:noAutofit/>
          </a:bodyPr>
          <a:lstStyle>
            <a:lvl1pPr marL="0" indent="0">
              <a:lnSpc>
                <a:spcPct val="110000"/>
              </a:lnSpc>
              <a:spcBef>
                <a:spcPts val="450"/>
              </a:spcBef>
              <a:buNone/>
              <a:defRPr sz="975">
                <a:solidFill>
                  <a:schemeClr val="tx1"/>
                </a:solidFill>
              </a:defRPr>
            </a:lvl1pPr>
          </a:lstStyle>
          <a:p>
            <a:pPr lvl="0"/>
            <a:r>
              <a:rPr lang="en-US"/>
              <a:t>Click to edit intro text</a:t>
            </a:r>
          </a:p>
        </p:txBody>
      </p:sp>
      <p:sp>
        <p:nvSpPr>
          <p:cNvPr id="11" name="Title Placeholder"/>
          <p:cNvSpPr>
            <a:spLocks noGrp="1"/>
          </p:cNvSpPr>
          <p:nvPr>
            <p:ph type="title" hasCustomPrompt="1"/>
          </p:nvPr>
        </p:nvSpPr>
        <p:spPr>
          <a:xfrm>
            <a:off x="440531" y="601927"/>
            <a:ext cx="8262938" cy="470898"/>
          </a:xfrm>
          <a:prstGeom prst="rect">
            <a:avLst/>
          </a:prstGeom>
        </p:spPr>
        <p:txBody>
          <a:bodyPr vert="horz" wrap="square" lIns="0" tIns="0" rIns="0" bIns="0" rtlCol="0" anchor="ctr" anchorCtr="0">
            <a:noAutofit/>
          </a:bodyPr>
          <a:lstStyle>
            <a:lvl1pPr algn="l">
              <a:lnSpc>
                <a:spcPct val="85000"/>
              </a:lnSpc>
              <a:defRPr sz="2700" b="0" spc="0" baseline="0">
                <a:solidFill>
                  <a:schemeClr val="bg1"/>
                </a:solidFill>
                <a:latin typeface="+mj-lt"/>
              </a:defRPr>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nvPr>
        </p:nvSpPr>
        <p:spPr>
          <a:xfrm>
            <a:off x="447905" y="584799"/>
            <a:ext cx="8255564" cy="720197"/>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nvPr>
        </p:nvSpPr>
        <p:spPr>
          <a:xfrm>
            <a:off x="447905" y="1825625"/>
            <a:ext cx="8255564"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Tree>
    <p:extLst>
      <p:ext uri="{BB962C8B-B14F-4D97-AF65-F5344CB8AC3E}">
        <p14:creationId xmlns:p14="http://schemas.microsoft.com/office/powerpoint/2010/main" val="4154314291"/>
      </p:ext>
    </p:extLst>
  </p:cSld>
  <p:clrMap bg1="lt1" tx1="dk1" bg2="lt2" tx2="dk2" accent1="accent1" accent2="accent2" accent3="accent3" accent4="accent4" accent5="accent5" accent6="accent6" hlink="hlink" folHlink="folHlink"/>
  <p:sldLayoutIdLst>
    <p:sldLayoutId id="2147484300" r:id="rId1"/>
    <p:sldLayoutId id="2147484301" r:id="rId2"/>
    <p:sldLayoutId id="2147484302" r:id="rId3"/>
    <p:sldLayoutId id="2147484303" r:id="rId4"/>
    <p:sldLayoutId id="2147484304" r:id="rId5"/>
    <p:sldLayoutId id="2147484305" r:id="rId6"/>
    <p:sldLayoutId id="2147484306" r:id="rId7"/>
    <p:sldLayoutId id="2147484307" r:id="rId8"/>
    <p:sldLayoutId id="2147484308" r:id="rId9"/>
    <p:sldLayoutId id="2147484309" r:id="rId10"/>
    <p:sldLayoutId id="2147484310" r:id="rId11"/>
    <p:sldLayoutId id="2147484311" r:id="rId12"/>
    <p:sldLayoutId id="2147484312" r:id="rId13"/>
    <p:sldLayoutId id="2147484313" r:id="rId14"/>
    <p:sldLayoutId id="2147484314" r:id="rId15"/>
    <p:sldLayoutId id="2147484315" r:id="rId16"/>
    <p:sldLayoutId id="2147484316" r:id="rId17"/>
    <p:sldLayoutId id="2147484317" r:id="rId18"/>
    <p:sldLayoutId id="2147484318" r:id="rId19"/>
    <p:sldLayoutId id="2147484319" r:id="rId20"/>
    <p:sldLayoutId id="2147484320" r:id="rId21"/>
    <p:sldLayoutId id="2147484321" r:id="rId22"/>
    <p:sldLayoutId id="2147484322" r:id="rId23"/>
  </p:sldLayoutIdLst>
  <p:hf hdr="0" ftr="0" dt="0"/>
  <p:txStyles>
    <p:titleStyle>
      <a:lvl1pPr algn="l" defTabSz="914400" rtl="0" eaLnBrk="1" latinLnBrk="0" hangingPunct="1">
        <a:lnSpc>
          <a:spcPct val="85000"/>
        </a:lnSpc>
        <a:spcBef>
          <a:spcPct val="0"/>
        </a:spcBef>
        <a:buNone/>
        <a:defRPr sz="4800" kern="1200" spc="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orient="horz" pos="2160" userDrawn="1">
          <p15:clr>
            <a:srgbClr val="F26B43"/>
          </p15:clr>
        </p15:guide>
        <p15:guide id="32" pos="2880" userDrawn="1">
          <p15:clr>
            <a:srgbClr val="F26B43"/>
          </p15:clr>
        </p15:guide>
        <p15:guide id="33" pos="278" userDrawn="1">
          <p15:clr>
            <a:srgbClr val="F26B43"/>
          </p15:clr>
        </p15:guide>
        <p15:guide id="34" pos="5483" userDrawn="1">
          <p15:clr>
            <a:srgbClr val="F26B43"/>
          </p15:clr>
        </p15:guide>
        <p15:guide id="35" orient="horz" pos="368" userDrawn="1">
          <p15:clr>
            <a:srgbClr val="F26B43"/>
          </p15:clr>
        </p15:guide>
        <p15:guide id="36" orient="horz" pos="3952" userDrawn="1">
          <p15:clr>
            <a:srgbClr val="F26B43"/>
          </p15:clr>
        </p15:guide>
        <p15:guide id="37" pos="1502" userDrawn="1">
          <p15:clr>
            <a:srgbClr val="A4A3A4"/>
          </p15:clr>
        </p15:guide>
        <p15:guide id="38" pos="1604" userDrawn="1">
          <p15:clr>
            <a:srgbClr val="A4A3A4"/>
          </p15:clr>
        </p15:guide>
        <p15:guide id="39" pos="4156" userDrawn="1">
          <p15:clr>
            <a:srgbClr val="A4A3A4"/>
          </p15:clr>
        </p15:guide>
        <p15:guide id="40" pos="4258" userDrawn="1">
          <p15:clr>
            <a:srgbClr val="A4A3A4"/>
          </p15:clr>
        </p15:guide>
        <p15:guide id="41" pos="2829" userDrawn="1">
          <p15:clr>
            <a:srgbClr val="A4A3A4"/>
          </p15:clr>
        </p15:guide>
        <p15:guide id="42" pos="2931" userDrawn="1">
          <p15:clr>
            <a:srgbClr val="A4A3A4"/>
          </p15:clr>
        </p15:guide>
        <p15:guide id="43" pos="1945" userDrawn="1">
          <p15:clr>
            <a:srgbClr val="9FCC3B"/>
          </p15:clr>
        </p15:guide>
        <p15:guide id="44" pos="2047" userDrawn="1">
          <p15:clr>
            <a:srgbClr val="9FCC3B"/>
          </p15:clr>
        </p15:guide>
        <p15:guide id="45" pos="3713" userDrawn="1">
          <p15:clr>
            <a:srgbClr val="9FCC3B"/>
          </p15:clr>
        </p15:guide>
        <p15:guide id="46" pos="3815" userDrawn="1">
          <p15:clr>
            <a:srgbClr val="9FCC3B"/>
          </p15:clr>
        </p15:guide>
        <p15:guide id="47" orient="horz" pos="935" userDrawn="1">
          <p15:clr>
            <a:srgbClr val="F26B43"/>
          </p15:clr>
        </p15:guide>
        <p15:guide id="48" orient="horz" pos="2092" userDrawn="1">
          <p15:clr>
            <a:srgbClr val="F26B43"/>
          </p15:clr>
        </p15:guide>
        <p15:guide id="49" orient="horz" pos="2228" userDrawn="1">
          <p15:clr>
            <a:srgbClr val="F26B43"/>
          </p15:clr>
        </p15:guide>
        <p15:guide id="50" orient="horz" pos="1298" userDrawn="1">
          <p15:clr>
            <a:srgbClr val="F26B43"/>
          </p15:clr>
        </p15:guide>
        <p15:guide id="51" orient="horz" pos="1162" userDrawn="1">
          <p15:clr>
            <a:srgbClr val="F26B43"/>
          </p15:clr>
        </p15:guide>
        <p15:guide id="52" orient="horz" pos="3158" userDrawn="1">
          <p15:clr>
            <a:srgbClr val="F26B43"/>
          </p15:clr>
        </p15:guide>
        <p15:guide id="53" orient="horz" pos="3022" userDrawn="1">
          <p15:clr>
            <a:srgbClr val="F26B43"/>
          </p15:clr>
        </p15:guide>
        <p15:guide id="54" orient="horz" pos="1668" userDrawn="1">
          <p15:clr>
            <a:srgbClr val="9FCC3B"/>
          </p15:clr>
        </p15:guide>
        <p15:guide id="55" orient="horz" pos="1531"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48000">
              <a:srgbClr val="002E15"/>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3" name="canvas-h-c1r1-w50h70">
            <a:extLst>
              <a:ext uri="{FF2B5EF4-FFF2-40B4-BE49-F238E27FC236}">
                <a16:creationId xmlns:a16="http://schemas.microsoft.com/office/drawing/2014/main" id="{6119AE8B-C9EE-BEAD-5195-67C3E4A40E51}"/>
              </a:ext>
            </a:extLst>
          </p:cNvPr>
          <p:cNvSpPr>
            <a:spLocks noGrp="1"/>
          </p:cNvSpPr>
          <p:nvPr>
            <p:ph sz="quarter" idx="14"/>
          </p:nvPr>
        </p:nvSpPr>
        <p:spPr>
          <a:xfrm>
            <a:off x="110169" y="1260389"/>
            <a:ext cx="8769425" cy="5399904"/>
          </a:xfrm>
        </p:spPr>
        <p:txBody>
          <a:bodyPr/>
          <a:lstStyle/>
          <a:p>
            <a:pPr lvl="0"/>
            <a:r>
              <a:rPr lang="en-US" sz="1600" b="1" dirty="0"/>
              <a:t>Project presentation</a:t>
            </a:r>
            <a:endParaRPr lang="en-US" dirty="0"/>
          </a:p>
          <a:p>
            <a:pPr lvl="0"/>
            <a:r>
              <a:rPr lang="en-US" b="1" dirty="0"/>
              <a:t>Comparative Analysis of the Impact of Agricultural GDP and Oil Rent on Nigeria’s Economy</a:t>
            </a:r>
          </a:p>
          <a:p>
            <a:endParaRPr lang="en-US" sz="1350" dirty="0"/>
          </a:p>
          <a:p>
            <a:pPr indent="0"/>
            <a:endParaRPr lang="en-US" sz="1350" dirty="0"/>
          </a:p>
          <a:p>
            <a:pPr indent="0"/>
            <a:endParaRPr lang="en-US" sz="1350" dirty="0"/>
          </a:p>
          <a:p>
            <a:pPr indent="0"/>
            <a:r>
              <a:rPr lang="en-US" sz="1350" dirty="0"/>
              <a:t>An economic Overview of Nigeria</a:t>
            </a:r>
          </a:p>
          <a:p>
            <a:pPr indent="0"/>
            <a:endParaRPr lang="en-US" sz="1350" dirty="0"/>
          </a:p>
          <a:p>
            <a:pPr indent="0"/>
            <a:endParaRPr lang="en-US" dirty="0"/>
          </a:p>
          <a:p>
            <a:pPr indent="0"/>
            <a:r>
              <a:rPr lang="en-US" sz="1600" dirty="0"/>
              <a:t>Seeding Africa | FEMTECH Training Institute</a:t>
            </a:r>
          </a:p>
          <a:p>
            <a:pPr indent="0"/>
            <a:endParaRPr lang="en-US" sz="1600" dirty="0"/>
          </a:p>
          <a:p>
            <a:pPr indent="0"/>
            <a:r>
              <a:rPr lang="en-US" sz="1600" dirty="0"/>
              <a:t>Presentation by: Abbas Anifat Olohuntosin</a:t>
            </a:r>
          </a:p>
          <a:p>
            <a:pPr indent="0"/>
            <a:endParaRPr lang="en-US" dirty="0"/>
          </a:p>
        </p:txBody>
      </p:sp>
      <p:sp>
        <p:nvSpPr>
          <p:cNvPr id="7" name="Rectangle: Rounded Corners 6">
            <a:extLst>
              <a:ext uri="{FF2B5EF4-FFF2-40B4-BE49-F238E27FC236}">
                <a16:creationId xmlns:a16="http://schemas.microsoft.com/office/drawing/2014/main" id="{8D0FED8A-A773-D998-39BE-2DE516EA27A1}"/>
              </a:ext>
            </a:extLst>
          </p:cNvPr>
          <p:cNvSpPr/>
          <p:nvPr/>
        </p:nvSpPr>
        <p:spPr>
          <a:xfrm>
            <a:off x="110169" y="4392828"/>
            <a:ext cx="8898920" cy="457200"/>
          </a:xfrm>
          <a:prstGeom prst="roundRect">
            <a:avLst>
              <a:gd name="adj" fmla="val 0"/>
            </a:avLst>
          </a:prstGeom>
          <a:solidFill>
            <a:srgbClr val="0048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t>The World bank DataBank (2000-2021)</a:t>
            </a:r>
          </a:p>
        </p:txBody>
      </p:sp>
    </p:spTree>
    <p:extLst>
      <p:ext uri="{BB962C8B-B14F-4D97-AF65-F5344CB8AC3E}">
        <p14:creationId xmlns:p14="http://schemas.microsoft.com/office/powerpoint/2010/main" val="505089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55000">
              <a:srgbClr val="002E15"/>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B31DA-B5D6-172A-FC64-30F419FF89B9}"/>
              </a:ext>
            </a:extLst>
          </p:cNvPr>
          <p:cNvSpPr>
            <a:spLocks noGrp="1"/>
          </p:cNvSpPr>
          <p:nvPr>
            <p:ph type="title" idx="4294967295"/>
          </p:nvPr>
        </p:nvSpPr>
        <p:spPr>
          <a:xfrm>
            <a:off x="183081" y="209000"/>
            <a:ext cx="7435735" cy="569476"/>
          </a:xfrm>
        </p:spPr>
        <p:txBody>
          <a:bodyPr/>
          <a:lstStyle/>
          <a:p>
            <a:r>
              <a:rPr lang="en-US" sz="2800" b="1" dirty="0"/>
              <a:t>Report Agenda</a:t>
            </a:r>
            <a:endParaRPr lang="en-US" b="1" dirty="0"/>
          </a:p>
        </p:txBody>
      </p:sp>
      <p:sp>
        <p:nvSpPr>
          <p:cNvPr id="4" name="Rectangle: Rounded Corners 3">
            <a:extLst>
              <a:ext uri="{FF2B5EF4-FFF2-40B4-BE49-F238E27FC236}">
                <a16:creationId xmlns:a16="http://schemas.microsoft.com/office/drawing/2014/main" id="{D6795982-D945-63D5-8991-630FEFC14408}"/>
              </a:ext>
            </a:extLst>
          </p:cNvPr>
          <p:cNvSpPr/>
          <p:nvPr/>
        </p:nvSpPr>
        <p:spPr>
          <a:xfrm>
            <a:off x="167499" y="1539121"/>
            <a:ext cx="4586626" cy="1458098"/>
          </a:xfrm>
          <a:prstGeom prst="roundRect">
            <a:avLst/>
          </a:prstGeom>
          <a:solidFill>
            <a:srgbClr val="002E15"/>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b="1" dirty="0">
                <a:solidFill>
                  <a:schemeClr val="tx1"/>
                </a:solidFill>
              </a:rPr>
              <a:t>Background</a:t>
            </a:r>
            <a:r>
              <a:rPr lang="en-US" sz="1200" dirty="0">
                <a:solidFill>
                  <a:schemeClr val="tx1"/>
                </a:solidFill>
              </a:rPr>
              <a:t>
</a:t>
            </a:r>
            <a:r>
              <a:rPr lang="en-US" sz="1400" dirty="0">
                <a:solidFill>
                  <a:schemeClr val="tx1"/>
                </a:solidFill>
              </a:rPr>
              <a:t>Nigeria's economy has historically depended on agriculture and oil, with the discovery of crude oil shifting attention away from agriculture despite its continued importance in employment generation, food security, and economic stability</a:t>
            </a:r>
          </a:p>
        </p:txBody>
      </p:sp>
      <p:sp>
        <p:nvSpPr>
          <p:cNvPr id="9" name="Rectangle: Rounded Corners 8">
            <a:extLst>
              <a:ext uri="{FF2B5EF4-FFF2-40B4-BE49-F238E27FC236}">
                <a16:creationId xmlns:a16="http://schemas.microsoft.com/office/drawing/2014/main" id="{A37C5846-264E-EABD-37F4-069D3E1CDF0E}"/>
              </a:ext>
            </a:extLst>
          </p:cNvPr>
          <p:cNvSpPr/>
          <p:nvPr/>
        </p:nvSpPr>
        <p:spPr>
          <a:xfrm>
            <a:off x="4405868" y="2830238"/>
            <a:ext cx="4586626" cy="1433113"/>
          </a:xfrm>
          <a:prstGeom prst="roundRect">
            <a:avLst/>
          </a:prstGeom>
          <a:solidFill>
            <a:srgbClr val="002E15"/>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b="1" dirty="0">
                <a:solidFill>
                  <a:schemeClr val="tx1"/>
                </a:solidFill>
              </a:rPr>
              <a:t>Aims </a:t>
            </a:r>
            <a:r>
              <a:rPr lang="en-US" sz="1200" dirty="0">
                <a:solidFill>
                  <a:schemeClr val="tx1"/>
                </a:solidFill>
              </a:rPr>
              <a:t>
</a:t>
            </a:r>
            <a:r>
              <a:rPr lang="en-US" sz="1400" dirty="0">
                <a:solidFill>
                  <a:schemeClr val="tx1"/>
                </a:solidFill>
              </a:rPr>
              <a:t>To comparatively assess the impact of Agricultural GDP and Oil Revenue on Nigeria's economic performance by examining their trends, contributions, relationships, and the influence of inflation and exchange rate fluctuations between 2000 and 2021.</a:t>
            </a:r>
          </a:p>
        </p:txBody>
      </p:sp>
      <p:sp>
        <p:nvSpPr>
          <p:cNvPr id="10" name="Rectangle: Rounded Corners 9">
            <a:extLst>
              <a:ext uri="{FF2B5EF4-FFF2-40B4-BE49-F238E27FC236}">
                <a16:creationId xmlns:a16="http://schemas.microsoft.com/office/drawing/2014/main" id="{EF10510F-8694-84D0-C036-517EC5727AC1}"/>
              </a:ext>
            </a:extLst>
          </p:cNvPr>
          <p:cNvSpPr/>
          <p:nvPr/>
        </p:nvSpPr>
        <p:spPr>
          <a:xfrm>
            <a:off x="4493320" y="5375185"/>
            <a:ext cx="4499174" cy="1495441"/>
          </a:xfrm>
          <a:prstGeom prst="roundRect">
            <a:avLst/>
          </a:prstGeom>
          <a:solidFill>
            <a:srgbClr val="002E15"/>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b="1" dirty="0">
                <a:solidFill>
                  <a:schemeClr val="tx1"/>
                </a:solidFill>
              </a:rPr>
              <a:t>Problem Statement</a:t>
            </a:r>
            <a:r>
              <a:rPr lang="en-US" sz="1200" dirty="0">
                <a:solidFill>
                  <a:schemeClr val="tx1"/>
                </a:solidFill>
              </a:rPr>
              <a:t>
</a:t>
            </a:r>
            <a:r>
              <a:rPr lang="en-US" sz="1400" dirty="0">
                <a:solidFill>
                  <a:schemeClr val="tx1"/>
                </a:solidFill>
              </a:rPr>
              <a:t>Nigeria's heavy reliance on oil revenue has exposed the economy to external shocks and volatility, creating the need to assess whether agriculture provides a more sustainable contribution to economic performance.</a:t>
            </a:r>
          </a:p>
        </p:txBody>
      </p:sp>
      <p:sp>
        <p:nvSpPr>
          <p:cNvPr id="11" name="Rectangle: Rounded Corners 10">
            <a:extLst>
              <a:ext uri="{FF2B5EF4-FFF2-40B4-BE49-F238E27FC236}">
                <a16:creationId xmlns:a16="http://schemas.microsoft.com/office/drawing/2014/main" id="{86E835B7-39E3-FF44-3948-10BFBC746098}"/>
              </a:ext>
            </a:extLst>
          </p:cNvPr>
          <p:cNvSpPr/>
          <p:nvPr/>
        </p:nvSpPr>
        <p:spPr>
          <a:xfrm>
            <a:off x="167499" y="4155651"/>
            <a:ext cx="4586626" cy="1433113"/>
          </a:xfrm>
          <a:prstGeom prst="roundRect">
            <a:avLst/>
          </a:prstGeom>
          <a:solidFill>
            <a:srgbClr val="002E15"/>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b="1" dirty="0">
                <a:solidFill>
                  <a:schemeClr val="tx1"/>
                </a:solidFill>
              </a:rPr>
              <a:t>Scope of the Study</a:t>
            </a:r>
            <a:r>
              <a:rPr lang="en-US" sz="1200" dirty="0">
                <a:solidFill>
                  <a:schemeClr val="tx1"/>
                </a:solidFill>
              </a:rPr>
              <a:t>
</a:t>
            </a:r>
            <a:r>
              <a:rPr lang="en-US" sz="1400" dirty="0">
                <a:solidFill>
                  <a:schemeClr val="tx1"/>
                </a:solidFill>
              </a:rPr>
              <a:t>The study examined the comparative impact of Agricultural GDP and Oil Revenue on Nigeria's economy from 2000 to 2021, using GDP Growth Rate, Inflation Rate, and Exchange Rate as key economic indicators.</a:t>
            </a:r>
          </a:p>
        </p:txBody>
      </p:sp>
      <p:sp>
        <p:nvSpPr>
          <p:cNvPr id="12" name="Rectangle: Rounded Corners 11">
            <a:extLst>
              <a:ext uri="{FF2B5EF4-FFF2-40B4-BE49-F238E27FC236}">
                <a16:creationId xmlns:a16="http://schemas.microsoft.com/office/drawing/2014/main" id="{BB050B17-3E85-DE68-68E6-66B2C465C2D8}"/>
              </a:ext>
            </a:extLst>
          </p:cNvPr>
          <p:cNvSpPr/>
          <p:nvPr/>
        </p:nvSpPr>
        <p:spPr>
          <a:xfrm>
            <a:off x="4405868" y="308919"/>
            <a:ext cx="4586626" cy="1458098"/>
          </a:xfrm>
          <a:prstGeom prst="roundRect">
            <a:avLst/>
          </a:prstGeom>
          <a:solidFill>
            <a:srgbClr val="002E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1600" b="1" dirty="0">
                <a:solidFill>
                  <a:schemeClr val="tx1"/>
                </a:solidFill>
              </a:rPr>
              <a:t>Literature Review</a:t>
            </a:r>
            <a:r>
              <a:rPr lang="en-US" sz="1200" dirty="0">
                <a:solidFill>
                  <a:schemeClr val="tx1"/>
                </a:solidFill>
              </a:rPr>
              <a:t>
</a:t>
            </a:r>
            <a:r>
              <a:rPr lang="en-US" sz="1400" dirty="0">
                <a:solidFill>
                  <a:schemeClr val="tx1"/>
                </a:solidFill>
              </a:rPr>
              <a:t>Existing studies indicate that both agriculture and oil revenue contribute to Nigeria's economic growth; however, agriculture provides more stable and inclusive benefits, while excessive dependence on oil exposes the economy to volatility and external shocks.</a:t>
            </a:r>
          </a:p>
        </p:txBody>
      </p:sp>
    </p:spTree>
    <p:extLst>
      <p:ext uri="{BB962C8B-B14F-4D97-AF65-F5344CB8AC3E}">
        <p14:creationId xmlns:p14="http://schemas.microsoft.com/office/powerpoint/2010/main" val="628953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51000">
              <a:srgbClr val="002E15"/>
            </a:gs>
            <a:gs pos="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5231B-1634-789C-20B1-CAD0FEDE93AB}"/>
              </a:ext>
            </a:extLst>
          </p:cNvPr>
          <p:cNvSpPr>
            <a:spLocks noGrp="1"/>
          </p:cNvSpPr>
          <p:nvPr>
            <p:ph type="title"/>
          </p:nvPr>
        </p:nvSpPr>
        <p:spPr>
          <a:xfrm>
            <a:off x="251060" y="278109"/>
            <a:ext cx="8262938" cy="470898"/>
          </a:xfrm>
        </p:spPr>
        <p:txBody>
          <a:bodyPr/>
          <a:lstStyle/>
          <a:p>
            <a:r>
              <a:rPr lang="en-US" b="1" cap="all" dirty="0"/>
              <a:t>Methodology/Workflow</a:t>
            </a:r>
          </a:p>
        </p:txBody>
      </p:sp>
      <p:sp>
        <p:nvSpPr>
          <p:cNvPr id="3" name="canvas-h-c1r1-w90h70">
            <a:extLst>
              <a:ext uri="{FF2B5EF4-FFF2-40B4-BE49-F238E27FC236}">
                <a16:creationId xmlns:a16="http://schemas.microsoft.com/office/drawing/2014/main" id="{E2427991-03C0-8BA0-C455-F8AD055A50A6}"/>
              </a:ext>
            </a:extLst>
          </p:cNvPr>
          <p:cNvSpPr>
            <a:spLocks noGrp="1"/>
          </p:cNvSpPr>
          <p:nvPr>
            <p:ph sz="quarter" idx="14"/>
          </p:nvPr>
        </p:nvSpPr>
        <p:spPr>
          <a:xfrm>
            <a:off x="220337" y="889686"/>
            <a:ext cx="8758409" cy="5382762"/>
          </a:xfrm>
          <a:prstGeom prst="roundRect">
            <a:avLst>
              <a:gd name="adj" fmla="val 0"/>
            </a:avLst>
          </a:prstGeom>
          <a:ln>
            <a:noFill/>
          </a:ln>
        </p:spPr>
        <p:txBody>
          <a:bodyPr/>
          <a:lstStyle/>
          <a:p>
            <a:pPr indent="0"/>
            <a:r>
              <a:rPr lang="en-US" sz="1800" b="1" dirty="0">
                <a:latin typeface="+mj-lt"/>
                <a:cs typeface="+mj-lt"/>
              </a:rPr>
              <a:t>Data Analysis Process</a:t>
            </a:r>
          </a:p>
          <a:p>
            <a:pPr indent="0"/>
            <a:endParaRPr lang="en-US" dirty="0"/>
          </a:p>
          <a:p>
            <a:pPr indent="0"/>
            <a:endParaRPr lang="en-US" b="1" dirty="0"/>
          </a:p>
          <a:p>
            <a:pPr indent="0"/>
            <a:endParaRPr lang="en-US" b="1" dirty="0"/>
          </a:p>
          <a:p>
            <a:pPr indent="0"/>
            <a:endParaRPr lang="en-US" b="1" dirty="0"/>
          </a:p>
          <a:p>
            <a:pPr indent="0"/>
            <a:endParaRPr lang="en-US" b="1" dirty="0"/>
          </a:p>
          <a:p>
            <a:pPr indent="0"/>
            <a:endParaRPr lang="en-US" b="1" dirty="0"/>
          </a:p>
          <a:p>
            <a:pPr indent="0"/>
            <a:endParaRPr lang="en-US" b="1" dirty="0"/>
          </a:p>
          <a:p>
            <a:pPr indent="0"/>
            <a:endParaRPr lang="en-US" b="1" dirty="0"/>
          </a:p>
          <a:p>
            <a:pPr indent="0"/>
            <a:endParaRPr lang="en-US" b="1" dirty="0"/>
          </a:p>
          <a:p>
            <a:pPr indent="0"/>
            <a:endParaRPr lang="en-US" b="1" dirty="0"/>
          </a:p>
          <a:p>
            <a:pPr indent="0"/>
            <a:endParaRPr lang="en-US" dirty="0"/>
          </a:p>
          <a:p>
            <a:pPr indent="0"/>
            <a:endParaRPr lang="en-US" sz="1200" b="1" dirty="0"/>
          </a:p>
          <a:p>
            <a:pPr indent="0"/>
            <a:endParaRPr lang="en-US" sz="1200" b="1" dirty="0"/>
          </a:p>
          <a:p>
            <a:pPr indent="0"/>
            <a:endParaRPr lang="en-US" sz="1200" b="1" dirty="0"/>
          </a:p>
          <a:p>
            <a:pPr indent="0"/>
            <a:endParaRPr lang="en-US" sz="1200" b="1" dirty="0"/>
          </a:p>
          <a:p>
            <a:pPr indent="0"/>
            <a:r>
              <a:rPr lang="en-US" sz="1200" b="1" dirty="0"/>
              <a:t>Brief explanation:</a:t>
            </a:r>
            <a:endParaRPr lang="en-US" dirty="0"/>
          </a:p>
          <a:p>
            <a:pPr indent="0"/>
            <a:r>
              <a:rPr lang="en-US" sz="1100" dirty="0"/>
              <a:t>Secondary data from the World Bank were cleaned, analyzed, and visualized using Excel, SQL, Python, and Power BI to generate insights on the comparative impact of agriculture and oil revenue.</a:t>
            </a:r>
          </a:p>
        </p:txBody>
      </p:sp>
      <p:sp>
        <p:nvSpPr>
          <p:cNvPr id="4" name="Rectangle 3">
            <a:extLst>
              <a:ext uri="{FF2B5EF4-FFF2-40B4-BE49-F238E27FC236}">
                <a16:creationId xmlns:a16="http://schemas.microsoft.com/office/drawing/2014/main" id="{29260F4C-7A04-1823-552A-BABFEDC1C768}"/>
              </a:ext>
            </a:extLst>
          </p:cNvPr>
          <p:cNvSpPr/>
          <p:nvPr/>
        </p:nvSpPr>
        <p:spPr>
          <a:xfrm>
            <a:off x="440531" y="2284065"/>
            <a:ext cx="1426876" cy="17874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2"/>
                </a:solidFill>
              </a:rPr>
              <a:t>Data Collection</a:t>
            </a:r>
          </a:p>
          <a:p>
            <a:pPr algn="ctr"/>
            <a:r>
              <a:rPr lang="en-US" sz="1400" b="1" dirty="0">
                <a:solidFill>
                  <a:schemeClr val="bg2"/>
                </a:solidFill>
              </a:rPr>
              <a:t>From the World Bank</a:t>
            </a:r>
          </a:p>
        </p:txBody>
      </p:sp>
      <p:sp>
        <p:nvSpPr>
          <p:cNvPr id="16" name="Rectangle 15">
            <a:extLst>
              <a:ext uri="{FF2B5EF4-FFF2-40B4-BE49-F238E27FC236}">
                <a16:creationId xmlns:a16="http://schemas.microsoft.com/office/drawing/2014/main" id="{9A7B9D02-E731-89EE-5837-EDD66A24FA3F}"/>
              </a:ext>
            </a:extLst>
          </p:cNvPr>
          <p:cNvSpPr/>
          <p:nvPr/>
        </p:nvSpPr>
        <p:spPr>
          <a:xfrm>
            <a:off x="2199503" y="2284065"/>
            <a:ext cx="1404867" cy="17874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2"/>
                </a:solidFill>
              </a:rPr>
              <a:t>Data Cleaning Using Excel</a:t>
            </a:r>
          </a:p>
          <a:p>
            <a:pPr algn="ctr"/>
            <a:endParaRPr lang="en-US" sz="1400" b="1" dirty="0">
              <a:solidFill>
                <a:schemeClr val="bg2"/>
              </a:solidFill>
            </a:endParaRPr>
          </a:p>
        </p:txBody>
      </p:sp>
      <p:sp>
        <p:nvSpPr>
          <p:cNvPr id="17" name="Rectangle 16">
            <a:extLst>
              <a:ext uri="{FF2B5EF4-FFF2-40B4-BE49-F238E27FC236}">
                <a16:creationId xmlns:a16="http://schemas.microsoft.com/office/drawing/2014/main" id="{826E960E-310D-3DE8-8215-D1D0A636E5B7}"/>
              </a:ext>
            </a:extLst>
          </p:cNvPr>
          <p:cNvSpPr/>
          <p:nvPr/>
        </p:nvSpPr>
        <p:spPr>
          <a:xfrm>
            <a:off x="3966519" y="2284065"/>
            <a:ext cx="1407572" cy="17874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2"/>
                </a:solidFill>
              </a:rPr>
              <a:t>Data Organization Using SQL</a:t>
            </a:r>
          </a:p>
        </p:txBody>
      </p:sp>
      <p:sp>
        <p:nvSpPr>
          <p:cNvPr id="18" name="Rectangle 17">
            <a:extLst>
              <a:ext uri="{FF2B5EF4-FFF2-40B4-BE49-F238E27FC236}">
                <a16:creationId xmlns:a16="http://schemas.microsoft.com/office/drawing/2014/main" id="{2E1BF4E4-DF06-2D03-60FF-29D0CBA0D761}"/>
              </a:ext>
            </a:extLst>
          </p:cNvPr>
          <p:cNvSpPr/>
          <p:nvPr/>
        </p:nvSpPr>
        <p:spPr>
          <a:xfrm>
            <a:off x="5708822" y="2284065"/>
            <a:ext cx="1373207" cy="17874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2"/>
                </a:solidFill>
              </a:rPr>
              <a:t>Statistical Analysis Using Python</a:t>
            </a:r>
          </a:p>
          <a:p>
            <a:pPr algn="ctr"/>
            <a:endParaRPr lang="en-US" sz="1400" b="1" dirty="0">
              <a:solidFill>
                <a:schemeClr val="bg2"/>
              </a:solidFill>
            </a:endParaRPr>
          </a:p>
        </p:txBody>
      </p:sp>
      <p:sp>
        <p:nvSpPr>
          <p:cNvPr id="19" name="Rectangle 18">
            <a:extLst>
              <a:ext uri="{FF2B5EF4-FFF2-40B4-BE49-F238E27FC236}">
                <a16:creationId xmlns:a16="http://schemas.microsoft.com/office/drawing/2014/main" id="{885F1DBA-66E8-85DB-4F3A-6F3D8BE4B66D}"/>
              </a:ext>
            </a:extLst>
          </p:cNvPr>
          <p:cNvSpPr/>
          <p:nvPr/>
        </p:nvSpPr>
        <p:spPr>
          <a:xfrm>
            <a:off x="7451124" y="2284065"/>
            <a:ext cx="1400626" cy="17874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2"/>
                </a:solidFill>
              </a:rPr>
              <a:t>Dashboard Development Using Power BI</a:t>
            </a:r>
          </a:p>
        </p:txBody>
      </p:sp>
      <p:sp>
        <p:nvSpPr>
          <p:cNvPr id="21" name="Oval 20">
            <a:extLst>
              <a:ext uri="{FF2B5EF4-FFF2-40B4-BE49-F238E27FC236}">
                <a16:creationId xmlns:a16="http://schemas.microsoft.com/office/drawing/2014/main" id="{88294641-A746-1250-F35B-E2280CB63A18}"/>
              </a:ext>
            </a:extLst>
          </p:cNvPr>
          <p:cNvSpPr/>
          <p:nvPr/>
        </p:nvSpPr>
        <p:spPr>
          <a:xfrm>
            <a:off x="914399" y="1728011"/>
            <a:ext cx="568411" cy="556054"/>
          </a:xfrm>
          <a:prstGeom prst="ellipse">
            <a:avLst/>
          </a:prstGeom>
          <a:solidFill>
            <a:srgbClr val="002E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2" name="Oval 21">
            <a:extLst>
              <a:ext uri="{FF2B5EF4-FFF2-40B4-BE49-F238E27FC236}">
                <a16:creationId xmlns:a16="http://schemas.microsoft.com/office/drawing/2014/main" id="{D682671D-0BE1-839E-0056-C56C2B81A9BC}"/>
              </a:ext>
            </a:extLst>
          </p:cNvPr>
          <p:cNvSpPr/>
          <p:nvPr/>
        </p:nvSpPr>
        <p:spPr>
          <a:xfrm>
            <a:off x="2611394" y="1728011"/>
            <a:ext cx="568411" cy="556054"/>
          </a:xfrm>
          <a:prstGeom prst="ellipse">
            <a:avLst/>
          </a:prstGeom>
          <a:solidFill>
            <a:srgbClr val="002E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3" name="Oval 22">
            <a:extLst>
              <a:ext uri="{FF2B5EF4-FFF2-40B4-BE49-F238E27FC236}">
                <a16:creationId xmlns:a16="http://schemas.microsoft.com/office/drawing/2014/main" id="{A8873F52-DDA8-50B7-3876-26EFCD5E17CC}"/>
              </a:ext>
            </a:extLst>
          </p:cNvPr>
          <p:cNvSpPr/>
          <p:nvPr/>
        </p:nvSpPr>
        <p:spPr>
          <a:xfrm>
            <a:off x="4419599" y="1728011"/>
            <a:ext cx="568411" cy="556054"/>
          </a:xfrm>
          <a:prstGeom prst="ellipse">
            <a:avLst/>
          </a:prstGeom>
          <a:solidFill>
            <a:srgbClr val="002E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4" name="Oval 23">
            <a:extLst>
              <a:ext uri="{FF2B5EF4-FFF2-40B4-BE49-F238E27FC236}">
                <a16:creationId xmlns:a16="http://schemas.microsoft.com/office/drawing/2014/main" id="{5505DE96-27C9-9D14-8987-D763E1A974E2}"/>
              </a:ext>
            </a:extLst>
          </p:cNvPr>
          <p:cNvSpPr/>
          <p:nvPr/>
        </p:nvSpPr>
        <p:spPr>
          <a:xfrm>
            <a:off x="6128950" y="1728011"/>
            <a:ext cx="568411" cy="556054"/>
          </a:xfrm>
          <a:prstGeom prst="ellipse">
            <a:avLst/>
          </a:prstGeom>
          <a:solidFill>
            <a:srgbClr val="002E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5" name="Oval 24">
            <a:extLst>
              <a:ext uri="{FF2B5EF4-FFF2-40B4-BE49-F238E27FC236}">
                <a16:creationId xmlns:a16="http://schemas.microsoft.com/office/drawing/2014/main" id="{A8393FCB-4AE0-7BF4-55B9-36C6DC3CC2F1}"/>
              </a:ext>
            </a:extLst>
          </p:cNvPr>
          <p:cNvSpPr/>
          <p:nvPr/>
        </p:nvSpPr>
        <p:spPr>
          <a:xfrm>
            <a:off x="7875371" y="1728011"/>
            <a:ext cx="568411" cy="556054"/>
          </a:xfrm>
          <a:prstGeom prst="ellipse">
            <a:avLst/>
          </a:prstGeom>
          <a:solidFill>
            <a:srgbClr val="002E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Tree>
    <p:extLst>
      <p:ext uri="{BB962C8B-B14F-4D97-AF65-F5344CB8AC3E}">
        <p14:creationId xmlns:p14="http://schemas.microsoft.com/office/powerpoint/2010/main" val="652828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55000">
              <a:srgbClr val="002E15"/>
            </a:gs>
            <a:gs pos="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BBC46-7BDC-5667-8D7C-63E53BC301F2}"/>
              </a:ext>
            </a:extLst>
          </p:cNvPr>
          <p:cNvSpPr>
            <a:spLocks noGrp="1"/>
          </p:cNvSpPr>
          <p:nvPr>
            <p:ph type="title"/>
          </p:nvPr>
        </p:nvSpPr>
        <p:spPr/>
        <p:txBody>
          <a:bodyPr/>
          <a:lstStyle/>
          <a:p>
            <a:r>
              <a:rPr lang="en-US" b="1" dirty="0"/>
              <a:t>Key Findings</a:t>
            </a:r>
          </a:p>
        </p:txBody>
      </p:sp>
      <p:sp>
        <p:nvSpPr>
          <p:cNvPr id="27" name="TextBox 26">
            <a:extLst>
              <a:ext uri="{FF2B5EF4-FFF2-40B4-BE49-F238E27FC236}">
                <a16:creationId xmlns:a16="http://schemas.microsoft.com/office/drawing/2014/main" id="{3FADCA78-F97B-726F-7AA3-9710651D4B2C}"/>
              </a:ext>
            </a:extLst>
          </p:cNvPr>
          <p:cNvSpPr txBox="1"/>
          <p:nvPr/>
        </p:nvSpPr>
        <p:spPr>
          <a:xfrm>
            <a:off x="193397" y="4890535"/>
            <a:ext cx="8711513" cy="1754326"/>
          </a:xfrm>
          <a:prstGeom prst="rect">
            <a:avLst/>
          </a:prstGeom>
          <a:noFill/>
        </p:spPr>
        <p:txBody>
          <a:bodyPr wrap="square" rtlCol="0">
            <a:spAutoFit/>
          </a:bodyPr>
          <a:lstStyle/>
          <a:p>
            <a:pPr marL="285750" lvl="0" indent="-285750">
              <a:buFont typeface="Arial" panose="020B0604020202020204" pitchFamily="34" charset="0"/>
              <a:buChar char="•"/>
            </a:pPr>
            <a:r>
              <a:rPr lang="en-US" b="1" dirty="0"/>
              <a:t>22 Analyzed Years | Agriculture dominated 21 | oil revenue dominated 1 year.</a:t>
            </a:r>
          </a:p>
          <a:p>
            <a:pPr marL="285750" indent="-285750">
              <a:buFont typeface="Arial" panose="020B0604020202020204" pitchFamily="34" charset="0"/>
              <a:buChar char="•"/>
            </a:pPr>
            <a:r>
              <a:rPr lang="en-US" b="1" dirty="0"/>
              <a:t>Oil rents fluctuated considerably, declining from 22.05% in 2000 to approximately 6.25% in 2021.</a:t>
            </a:r>
          </a:p>
          <a:p>
            <a:pPr marL="285750" indent="-285750">
              <a:buFont typeface="Arial" panose="020B0604020202020204" pitchFamily="34" charset="0"/>
              <a:buChar char="•"/>
            </a:pPr>
            <a:endParaRPr lang="en-US" b="1" dirty="0"/>
          </a:p>
          <a:p>
            <a:pPr marL="285750" lvl="0" indent="-285750">
              <a:buFont typeface="Arial" panose="020B0604020202020204" pitchFamily="34" charset="0"/>
              <a:buChar char="•"/>
            </a:pPr>
            <a:endParaRPr lang="en-US" b="1" dirty="0"/>
          </a:p>
        </p:txBody>
      </p:sp>
      <p:sp>
        <p:nvSpPr>
          <p:cNvPr id="34" name="Rectangle: Rounded Corners 33">
            <a:extLst>
              <a:ext uri="{FF2B5EF4-FFF2-40B4-BE49-F238E27FC236}">
                <a16:creationId xmlns:a16="http://schemas.microsoft.com/office/drawing/2014/main" id="{3106E2BC-6F73-A973-C5DE-EFF100F57528}"/>
              </a:ext>
            </a:extLst>
          </p:cNvPr>
          <p:cNvSpPr/>
          <p:nvPr/>
        </p:nvSpPr>
        <p:spPr>
          <a:xfrm>
            <a:off x="308669" y="1206342"/>
            <a:ext cx="1989687" cy="2883744"/>
          </a:xfrm>
          <a:prstGeom prst="roundRect">
            <a:avLst/>
          </a:prstGeom>
          <a:solidFill>
            <a:srgbClr val="002E15"/>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Study period (2000–2021)</a:t>
            </a:r>
          </a:p>
          <a:p>
            <a:pPr algn="ctr"/>
            <a:r>
              <a:rPr lang="en-US" sz="2400" b="1" dirty="0">
                <a:solidFill>
                  <a:schemeClr val="tx1"/>
                </a:solidFill>
              </a:rPr>
              <a:t>22 </a:t>
            </a:r>
            <a:r>
              <a:rPr lang="en-US" sz="2400" dirty="0">
                <a:solidFill>
                  <a:schemeClr val="tx1"/>
                </a:solidFill>
              </a:rPr>
              <a:t>Years</a:t>
            </a:r>
          </a:p>
        </p:txBody>
      </p:sp>
      <p:sp>
        <p:nvSpPr>
          <p:cNvPr id="37" name="Rectangle: Rounded Corners 36">
            <a:extLst>
              <a:ext uri="{FF2B5EF4-FFF2-40B4-BE49-F238E27FC236}">
                <a16:creationId xmlns:a16="http://schemas.microsoft.com/office/drawing/2014/main" id="{7AFE6788-6183-ABF4-8002-72B7F8FAA495}"/>
              </a:ext>
            </a:extLst>
          </p:cNvPr>
          <p:cNvSpPr/>
          <p:nvPr/>
        </p:nvSpPr>
        <p:spPr>
          <a:xfrm>
            <a:off x="2574077" y="1206342"/>
            <a:ext cx="1953978" cy="2883744"/>
          </a:xfrm>
          <a:prstGeom prst="roundRect">
            <a:avLst/>
          </a:prstGeom>
          <a:solidFill>
            <a:srgbClr val="002E15"/>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Agriculture Average</a:t>
            </a:r>
          </a:p>
          <a:p>
            <a:pPr algn="ctr"/>
            <a:r>
              <a:rPr lang="en-US" sz="2400" b="1" dirty="0">
                <a:solidFill>
                  <a:schemeClr val="tx1"/>
                </a:solidFill>
              </a:rPr>
              <a:t>24.87%</a:t>
            </a:r>
          </a:p>
        </p:txBody>
      </p:sp>
      <p:sp>
        <p:nvSpPr>
          <p:cNvPr id="38" name="Rectangle: Rounded Corners 37">
            <a:extLst>
              <a:ext uri="{FF2B5EF4-FFF2-40B4-BE49-F238E27FC236}">
                <a16:creationId xmlns:a16="http://schemas.microsoft.com/office/drawing/2014/main" id="{7838EF76-27B0-0D6C-C07F-3F6B631E7324}"/>
              </a:ext>
            </a:extLst>
          </p:cNvPr>
          <p:cNvSpPr/>
          <p:nvPr/>
        </p:nvSpPr>
        <p:spPr>
          <a:xfrm>
            <a:off x="4827126" y="1206342"/>
            <a:ext cx="1953978" cy="2883744"/>
          </a:xfrm>
          <a:prstGeom prst="roundRect">
            <a:avLst/>
          </a:prstGeom>
          <a:solidFill>
            <a:srgbClr val="002E15"/>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Oil Rent AVG</a:t>
            </a:r>
          </a:p>
          <a:p>
            <a:pPr algn="ctr"/>
            <a:r>
              <a:rPr lang="en-US" sz="2400" b="1" dirty="0">
                <a:solidFill>
                  <a:schemeClr val="tx1"/>
                </a:solidFill>
              </a:rPr>
              <a:t>10.82%</a:t>
            </a:r>
          </a:p>
        </p:txBody>
      </p:sp>
      <p:sp>
        <p:nvSpPr>
          <p:cNvPr id="39" name="Rectangle: Rounded Corners 38">
            <a:extLst>
              <a:ext uri="{FF2B5EF4-FFF2-40B4-BE49-F238E27FC236}">
                <a16:creationId xmlns:a16="http://schemas.microsoft.com/office/drawing/2014/main" id="{01DA80A2-9E59-2463-433F-8415132FFA00}"/>
              </a:ext>
            </a:extLst>
          </p:cNvPr>
          <p:cNvSpPr/>
          <p:nvPr/>
        </p:nvSpPr>
        <p:spPr>
          <a:xfrm>
            <a:off x="7055461" y="1206342"/>
            <a:ext cx="1953978" cy="2883744"/>
          </a:xfrm>
          <a:prstGeom prst="roundRect">
            <a:avLst/>
          </a:prstGeom>
          <a:solidFill>
            <a:srgbClr val="002E15"/>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GDP Growth AVG</a:t>
            </a:r>
          </a:p>
          <a:p>
            <a:pPr algn="ctr"/>
            <a:r>
              <a:rPr lang="en-US" sz="2400" b="1" dirty="0">
                <a:solidFill>
                  <a:schemeClr val="tx1"/>
                </a:solidFill>
              </a:rPr>
              <a:t>4.91%</a:t>
            </a:r>
          </a:p>
        </p:txBody>
      </p:sp>
    </p:spTree>
    <p:extLst>
      <p:ext uri="{BB962C8B-B14F-4D97-AF65-F5344CB8AC3E}">
        <p14:creationId xmlns:p14="http://schemas.microsoft.com/office/powerpoint/2010/main" val="2421931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E1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4D900-BB20-00E5-864F-33882F9014EB}"/>
              </a:ext>
            </a:extLst>
          </p:cNvPr>
          <p:cNvSpPr>
            <a:spLocks noGrp="1"/>
          </p:cNvSpPr>
          <p:nvPr>
            <p:ph type="title"/>
          </p:nvPr>
        </p:nvSpPr>
        <p:spPr>
          <a:xfrm>
            <a:off x="440531" y="356830"/>
            <a:ext cx="8262938" cy="470898"/>
          </a:xfrm>
        </p:spPr>
        <p:txBody>
          <a:bodyPr/>
          <a:lstStyle/>
          <a:p>
            <a:r>
              <a:rPr lang="en-US" b="1" cap="all" dirty="0"/>
              <a:t>Economic Performance Analysis</a:t>
            </a:r>
          </a:p>
        </p:txBody>
      </p:sp>
      <p:graphicFrame>
        <p:nvGraphicFramePr>
          <p:cNvPr id="32" name="Chart 31">
            <a:extLst>
              <a:ext uri="{FF2B5EF4-FFF2-40B4-BE49-F238E27FC236}">
                <a16:creationId xmlns:a16="http://schemas.microsoft.com/office/drawing/2014/main" id="{B8872168-7783-0EAD-9E44-2F0AF9C195C3}"/>
              </a:ext>
            </a:extLst>
          </p:cNvPr>
          <p:cNvGraphicFramePr>
            <a:graphicFrameLocks/>
          </p:cNvGraphicFramePr>
          <p:nvPr>
            <p:extLst>
              <p:ext uri="{D42A27DB-BD31-4B8C-83A1-F6EECF244321}">
                <p14:modId xmlns:p14="http://schemas.microsoft.com/office/powerpoint/2010/main" val="2809625826"/>
              </p:ext>
            </p:extLst>
          </p:nvPr>
        </p:nvGraphicFramePr>
        <p:xfrm>
          <a:off x="94542" y="1124263"/>
          <a:ext cx="4479968" cy="5029402"/>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DFB26245-34A9-2AF9-B3E6-ACFDC48E08B5}"/>
              </a:ext>
            </a:extLst>
          </p:cNvPr>
          <p:cNvSpPr txBox="1"/>
          <p:nvPr/>
        </p:nvSpPr>
        <p:spPr>
          <a:xfrm>
            <a:off x="4574510" y="2108751"/>
            <a:ext cx="4329647" cy="3416320"/>
          </a:xfrm>
          <a:prstGeom prst="rect">
            <a:avLst/>
          </a:prstGeom>
          <a:noFill/>
        </p:spPr>
        <p:txBody>
          <a:bodyPr wrap="square">
            <a:spAutoFit/>
          </a:bodyPr>
          <a:lstStyle/>
          <a:p>
            <a:pPr marL="285750" indent="-285750">
              <a:buFont typeface="Arial" panose="020B0604020202020204" pitchFamily="34" charset="0"/>
              <a:buChar char="•"/>
            </a:pPr>
            <a:r>
              <a:rPr lang="en-US" b="1" dirty="0"/>
              <a:t>Strong Growth periods generated the highest GDP output.</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Weak Growth periods maintained moderate economic activity.</a:t>
            </a:r>
            <a:endParaRPr lang="en-US"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Economic Decline was associated with the lowest GDP performance.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Sustained economic growth remains critical for improving Nigeria's overall economic output.</a:t>
            </a:r>
            <a:endParaRPr lang="en-US" dirty="0"/>
          </a:p>
        </p:txBody>
      </p:sp>
    </p:spTree>
    <p:extLst>
      <p:ext uri="{BB962C8B-B14F-4D97-AF65-F5344CB8AC3E}">
        <p14:creationId xmlns:p14="http://schemas.microsoft.com/office/powerpoint/2010/main" val="1542011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E15"/>
        </a:solidFill>
        <a:effectLst/>
      </p:bgPr>
    </p:bg>
    <p:spTree>
      <p:nvGrpSpPr>
        <p:cNvPr id="1" name=""/>
        <p:cNvGrpSpPr/>
        <p:nvPr/>
      </p:nvGrpSpPr>
      <p:grpSpPr>
        <a:xfrm>
          <a:off x="0" y="0"/>
          <a:ext cx="0" cy="0"/>
          <a:chOff x="0" y="0"/>
          <a:chExt cx="0" cy="0"/>
        </a:xfrm>
      </p:grpSpPr>
      <p:sp>
        <p:nvSpPr>
          <p:cNvPr id="2" name="canvas-h-c2r1-w50h70">
            <a:extLst>
              <a:ext uri="{FF2B5EF4-FFF2-40B4-BE49-F238E27FC236}">
                <a16:creationId xmlns:a16="http://schemas.microsoft.com/office/drawing/2014/main" id="{AF2A92EA-59F9-4A5B-EB38-27A31BD3D1D1}"/>
              </a:ext>
            </a:extLst>
          </p:cNvPr>
          <p:cNvSpPr>
            <a:spLocks noGrp="1"/>
          </p:cNvSpPr>
          <p:nvPr>
            <p:ph sz="quarter" idx="13"/>
          </p:nvPr>
        </p:nvSpPr>
        <p:spPr>
          <a:xfrm>
            <a:off x="4491038" y="1171296"/>
            <a:ext cx="4479968" cy="4669277"/>
          </a:xfrm>
          <a:noFill/>
        </p:spPr>
        <p:txBody>
          <a:bodyPr/>
          <a:lstStyle/>
          <a:p>
            <a:pPr indent="0"/>
            <a:endParaRPr lang="en-US" sz="1200" dirty="0"/>
          </a:p>
          <a:p>
            <a:pPr indent="0"/>
            <a:endParaRPr lang="en-US" sz="1200" dirty="0"/>
          </a:p>
          <a:p>
            <a:pPr indent="0"/>
            <a:endParaRPr lang="en-US" sz="1200" dirty="0"/>
          </a:p>
          <a:p>
            <a:pPr indent="0"/>
            <a:endParaRPr lang="en-US" sz="1200" dirty="0"/>
          </a:p>
        </p:txBody>
      </p:sp>
      <p:graphicFrame>
        <p:nvGraphicFramePr>
          <p:cNvPr id="3" name="canvas-h-c1r1-w50h70"/>
          <p:cNvGraphicFramePr>
            <a:graphicFrameLocks noGrp="1"/>
          </p:cNvGraphicFramePr>
          <p:nvPr>
            <p:ph sz="quarter" idx="14"/>
            <p:extLst>
              <p:ext uri="{D42A27DB-BD31-4B8C-83A1-F6EECF244321}">
                <p14:modId xmlns:p14="http://schemas.microsoft.com/office/powerpoint/2010/main" val="773443754"/>
              </p:ext>
            </p:extLst>
          </p:nvPr>
        </p:nvGraphicFramePr>
        <p:xfrm>
          <a:off x="440532" y="1974983"/>
          <a:ext cx="4050506" cy="3585949"/>
        </p:xfrm>
        <a:graphic>
          <a:graphicData uri="http://schemas.openxmlformats.org/drawingml/2006/chart">
            <c:chart xmlns:c="http://schemas.openxmlformats.org/drawingml/2006/chart" xmlns:r="http://schemas.openxmlformats.org/officeDocument/2006/relationships" r:id="rId2"/>
          </a:graphicData>
        </a:graphic>
      </p:graphicFrame>
      <p:sp>
        <p:nvSpPr>
          <p:cNvPr id="4" name="Title 3">
            <a:extLst>
              <a:ext uri="{FF2B5EF4-FFF2-40B4-BE49-F238E27FC236}">
                <a16:creationId xmlns:a16="http://schemas.microsoft.com/office/drawing/2014/main" id="{5F4CC30F-83D8-39CD-EDB6-840BA5DABEE9}"/>
              </a:ext>
            </a:extLst>
          </p:cNvPr>
          <p:cNvSpPr>
            <a:spLocks noGrp="1"/>
          </p:cNvSpPr>
          <p:nvPr>
            <p:ph type="title"/>
          </p:nvPr>
        </p:nvSpPr>
        <p:spPr/>
        <p:txBody>
          <a:bodyPr/>
          <a:lstStyle/>
          <a:p>
            <a:r>
              <a:rPr lang="en-US" b="1" cap="all" dirty="0"/>
              <a:t>Trend and Comparative Analysis</a:t>
            </a:r>
          </a:p>
        </p:txBody>
      </p:sp>
      <p:graphicFrame>
        <p:nvGraphicFramePr>
          <p:cNvPr id="6" name="Chart 5">
            <a:extLst>
              <a:ext uri="{FF2B5EF4-FFF2-40B4-BE49-F238E27FC236}">
                <a16:creationId xmlns:a16="http://schemas.microsoft.com/office/drawing/2014/main" id="{4CF055E8-F1E9-4A82-909D-E59E3E18D7E0}"/>
              </a:ext>
            </a:extLst>
          </p:cNvPr>
          <p:cNvGraphicFramePr>
            <a:graphicFrameLocks/>
          </p:cNvGraphicFramePr>
          <p:nvPr>
            <p:extLst>
              <p:ext uri="{D42A27DB-BD31-4B8C-83A1-F6EECF244321}">
                <p14:modId xmlns:p14="http://schemas.microsoft.com/office/powerpoint/2010/main" val="2283807524"/>
              </p:ext>
            </p:extLst>
          </p:nvPr>
        </p:nvGraphicFramePr>
        <p:xfrm>
          <a:off x="210171" y="1171297"/>
          <a:ext cx="4107867" cy="466927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B9A389C1-B9B2-1CFE-BDB0-9D1D8ABC44BA}"/>
              </a:ext>
            </a:extLst>
          </p:cNvPr>
          <p:cNvSpPr txBox="1"/>
          <p:nvPr/>
        </p:nvSpPr>
        <p:spPr>
          <a:xfrm>
            <a:off x="210171" y="5960468"/>
            <a:ext cx="4392183" cy="830997"/>
          </a:xfrm>
          <a:prstGeom prst="rect">
            <a:avLst/>
          </a:prstGeom>
          <a:noFill/>
        </p:spPr>
        <p:txBody>
          <a:bodyPr wrap="square" rtlCol="0">
            <a:spAutoFit/>
          </a:bodyPr>
          <a:lstStyle/>
          <a:p>
            <a:pPr indent="0"/>
            <a:r>
              <a:rPr lang="en-US" sz="1200" b="1" dirty="0">
                <a:solidFill>
                  <a:srgbClr val="88F4B4"/>
                </a:solidFill>
              </a:rPr>
              <a:t>Explanation</a:t>
            </a:r>
          </a:p>
          <a:p>
            <a:pPr indent="0"/>
            <a:r>
              <a:rPr lang="en-US" sz="1200" b="1" dirty="0">
                <a:solidFill>
                  <a:srgbClr val="88F4B4"/>
                </a:solidFill>
              </a:rPr>
              <a:t>Agriculture provided more consistent support to the economy, whereas oil revenue was heavily influenced by global market conditions.</a:t>
            </a:r>
          </a:p>
        </p:txBody>
      </p:sp>
      <p:graphicFrame>
        <p:nvGraphicFramePr>
          <p:cNvPr id="10" name="Table 9">
            <a:extLst>
              <a:ext uri="{FF2B5EF4-FFF2-40B4-BE49-F238E27FC236}">
                <a16:creationId xmlns:a16="http://schemas.microsoft.com/office/drawing/2014/main" id="{4F76867F-8294-B6F2-5651-908C03384FDA}"/>
              </a:ext>
            </a:extLst>
          </p:cNvPr>
          <p:cNvGraphicFramePr>
            <a:graphicFrameLocks noGrp="1"/>
          </p:cNvGraphicFramePr>
          <p:nvPr>
            <p:extLst>
              <p:ext uri="{D42A27DB-BD31-4B8C-83A1-F6EECF244321}">
                <p14:modId xmlns:p14="http://schemas.microsoft.com/office/powerpoint/2010/main" val="742776695"/>
              </p:ext>
            </p:extLst>
          </p:nvPr>
        </p:nvGraphicFramePr>
        <p:xfrm>
          <a:off x="4318039" y="1359242"/>
          <a:ext cx="4652967" cy="4201690"/>
        </p:xfrm>
        <a:graphic>
          <a:graphicData uri="http://schemas.openxmlformats.org/drawingml/2006/table">
            <a:tbl>
              <a:tblPr/>
              <a:tblGrid>
                <a:gridCol w="1576130">
                  <a:extLst>
                    <a:ext uri="{9D8B030D-6E8A-4147-A177-3AD203B41FA5}">
                      <a16:colId xmlns:a16="http://schemas.microsoft.com/office/drawing/2014/main" val="3147856656"/>
                    </a:ext>
                  </a:extLst>
                </a:gridCol>
                <a:gridCol w="1087395">
                  <a:extLst>
                    <a:ext uri="{9D8B030D-6E8A-4147-A177-3AD203B41FA5}">
                      <a16:colId xmlns:a16="http://schemas.microsoft.com/office/drawing/2014/main" val="724706840"/>
                    </a:ext>
                  </a:extLst>
                </a:gridCol>
                <a:gridCol w="1000896">
                  <a:extLst>
                    <a:ext uri="{9D8B030D-6E8A-4147-A177-3AD203B41FA5}">
                      <a16:colId xmlns:a16="http://schemas.microsoft.com/office/drawing/2014/main" val="2607732067"/>
                    </a:ext>
                  </a:extLst>
                </a:gridCol>
                <a:gridCol w="988546">
                  <a:extLst>
                    <a:ext uri="{9D8B030D-6E8A-4147-A177-3AD203B41FA5}">
                      <a16:colId xmlns:a16="http://schemas.microsoft.com/office/drawing/2014/main" val="4248057519"/>
                    </a:ext>
                  </a:extLst>
                </a:gridCol>
              </a:tblGrid>
              <a:tr h="1405061">
                <a:tc>
                  <a:txBody>
                    <a:bodyPr/>
                    <a:lstStyle/>
                    <a:p>
                      <a:pPr algn="l" fontAlgn="ctr">
                        <a:buNone/>
                      </a:pPr>
                      <a:r>
                        <a:rPr lang="en-US" sz="1800" b="1" dirty="0">
                          <a:solidFill>
                            <a:schemeClr val="bg1"/>
                          </a:solidFill>
                          <a:effectLst/>
                        </a:rPr>
                        <a:t>Economic performance label</a:t>
                      </a:r>
                    </a:p>
                  </a:txBody>
                  <a:tcPr>
                    <a:lnL>
                      <a:noFill/>
                    </a:lnL>
                    <a:lnR>
                      <a:noFill/>
                    </a:lnR>
                    <a:lnT>
                      <a:noFill/>
                    </a:lnT>
                    <a:lnB>
                      <a:noFill/>
                    </a:lnB>
                    <a:solidFill>
                      <a:srgbClr val="008A3E"/>
                    </a:solidFill>
                  </a:tcPr>
                </a:tc>
                <a:tc>
                  <a:txBody>
                    <a:bodyPr/>
                    <a:lstStyle/>
                    <a:p>
                      <a:pPr algn="l" fontAlgn="ctr">
                        <a:buNone/>
                      </a:pPr>
                      <a:r>
                        <a:rPr lang="en-US" sz="1800" b="1" dirty="0">
                          <a:solidFill>
                            <a:schemeClr val="bg1"/>
                          </a:solidFill>
                          <a:effectLst/>
                        </a:rPr>
                        <a:t>Decline</a:t>
                      </a:r>
                    </a:p>
                  </a:txBody>
                  <a:tcPr>
                    <a:lnL>
                      <a:noFill/>
                    </a:lnL>
                    <a:lnR>
                      <a:noFill/>
                    </a:lnR>
                    <a:lnT>
                      <a:noFill/>
                    </a:lnT>
                    <a:lnB>
                      <a:noFill/>
                    </a:lnB>
                    <a:solidFill>
                      <a:srgbClr val="008A3E"/>
                    </a:solidFill>
                  </a:tcPr>
                </a:tc>
                <a:tc>
                  <a:txBody>
                    <a:bodyPr/>
                    <a:lstStyle/>
                    <a:p>
                      <a:pPr algn="l" fontAlgn="ctr">
                        <a:buNone/>
                      </a:pPr>
                      <a:r>
                        <a:rPr lang="en-US" sz="1800" b="1" dirty="0">
                          <a:solidFill>
                            <a:schemeClr val="bg1"/>
                          </a:solidFill>
                          <a:effectLst/>
                        </a:rPr>
                        <a:t>Strong Growth</a:t>
                      </a:r>
                    </a:p>
                  </a:txBody>
                  <a:tcPr>
                    <a:lnL>
                      <a:noFill/>
                    </a:lnL>
                    <a:lnR>
                      <a:noFill/>
                    </a:lnR>
                    <a:lnT>
                      <a:noFill/>
                    </a:lnT>
                    <a:lnB>
                      <a:noFill/>
                    </a:lnB>
                    <a:solidFill>
                      <a:srgbClr val="008A3E"/>
                    </a:solidFill>
                  </a:tcPr>
                </a:tc>
                <a:tc>
                  <a:txBody>
                    <a:bodyPr/>
                    <a:lstStyle/>
                    <a:p>
                      <a:pPr algn="l" fontAlgn="ctr">
                        <a:buNone/>
                      </a:pPr>
                      <a:r>
                        <a:rPr lang="en-US" sz="1800" b="1" dirty="0">
                          <a:solidFill>
                            <a:schemeClr val="bg1"/>
                          </a:solidFill>
                          <a:effectLst/>
                        </a:rPr>
                        <a:t>Weak Growth</a:t>
                      </a:r>
                    </a:p>
                  </a:txBody>
                  <a:tcPr>
                    <a:lnL>
                      <a:noFill/>
                    </a:lnL>
                    <a:lnR>
                      <a:noFill/>
                    </a:lnR>
                    <a:lnT>
                      <a:noFill/>
                    </a:lnT>
                    <a:lnB>
                      <a:noFill/>
                    </a:lnB>
                    <a:solidFill>
                      <a:srgbClr val="008A3E"/>
                    </a:solidFill>
                  </a:tcPr>
                </a:tc>
                <a:extLst>
                  <a:ext uri="{0D108BD9-81ED-4DB2-BD59-A6C34878D82A}">
                    <a16:rowId xmlns:a16="http://schemas.microsoft.com/office/drawing/2014/main" val="592534974"/>
                  </a:ext>
                </a:extLst>
              </a:tr>
              <a:tr h="1100659">
                <a:tc>
                  <a:txBody>
                    <a:bodyPr/>
                    <a:lstStyle/>
                    <a:p>
                      <a:pPr algn="l" fontAlgn="ctr">
                        <a:buNone/>
                      </a:pPr>
                      <a:r>
                        <a:rPr lang="en-US" sz="1600" b="1" dirty="0">
                          <a:solidFill>
                            <a:schemeClr val="bg1"/>
                          </a:solidFill>
                          <a:effectLst/>
                        </a:rPr>
                        <a:t>High Inflation Period</a:t>
                      </a:r>
                    </a:p>
                  </a:txBody>
                  <a:tcPr>
                    <a:lnL>
                      <a:noFill/>
                    </a:lnL>
                    <a:lnR>
                      <a:noFill/>
                    </a:lnR>
                    <a:lnT>
                      <a:noFill/>
                    </a:lnT>
                    <a:lnB>
                      <a:noFill/>
                    </a:lnB>
                    <a:solidFill>
                      <a:srgbClr val="002E15"/>
                    </a:solidFill>
                  </a:tcPr>
                </a:tc>
                <a:tc>
                  <a:txBody>
                    <a:bodyPr/>
                    <a:lstStyle/>
                    <a:p>
                      <a:pPr algn="l" fontAlgn="ctr">
                        <a:buNone/>
                      </a:pPr>
                      <a:endParaRPr lang="en-US" sz="1200" b="1" dirty="0">
                        <a:solidFill>
                          <a:schemeClr val="bg1"/>
                        </a:solidFill>
                        <a:effectLst/>
                      </a:endParaRPr>
                    </a:p>
                  </a:txBody>
                  <a:tcPr>
                    <a:lnL>
                      <a:noFill/>
                    </a:lnL>
                    <a:lnR>
                      <a:noFill/>
                    </a:lnR>
                    <a:lnT>
                      <a:noFill/>
                    </a:lnT>
                    <a:lnB>
                      <a:noFill/>
                    </a:lnB>
                    <a:solidFill>
                      <a:srgbClr val="002E15"/>
                    </a:solidFill>
                  </a:tcPr>
                </a:tc>
                <a:tc>
                  <a:txBody>
                    <a:bodyPr/>
                    <a:lstStyle/>
                    <a:p>
                      <a:pPr algn="l" fontAlgn="ctr">
                        <a:buNone/>
                      </a:pPr>
                      <a:endParaRPr lang="en-US" sz="1200" b="1">
                        <a:solidFill>
                          <a:schemeClr val="bg1"/>
                        </a:solidFill>
                        <a:effectLst/>
                      </a:endParaRPr>
                    </a:p>
                  </a:txBody>
                  <a:tcPr>
                    <a:lnL>
                      <a:noFill/>
                    </a:lnL>
                    <a:lnR>
                      <a:noFill/>
                    </a:lnR>
                    <a:lnT>
                      <a:noFill/>
                    </a:lnT>
                    <a:lnB>
                      <a:noFill/>
                    </a:lnB>
                    <a:solidFill>
                      <a:srgbClr val="002E15"/>
                    </a:solidFill>
                  </a:tcPr>
                </a:tc>
                <a:tc>
                  <a:txBody>
                    <a:bodyPr/>
                    <a:lstStyle/>
                    <a:p>
                      <a:pPr algn="l" fontAlgn="ctr">
                        <a:buNone/>
                      </a:pPr>
                      <a:endParaRPr lang="en-US" sz="1200" b="1" dirty="0">
                        <a:solidFill>
                          <a:schemeClr val="bg1"/>
                        </a:solidFill>
                        <a:effectLst/>
                      </a:endParaRPr>
                    </a:p>
                  </a:txBody>
                  <a:tcPr>
                    <a:lnL>
                      <a:noFill/>
                    </a:lnL>
                    <a:lnR>
                      <a:noFill/>
                    </a:lnR>
                    <a:lnT>
                      <a:noFill/>
                    </a:lnT>
                    <a:lnB>
                      <a:noFill/>
                    </a:lnB>
                    <a:solidFill>
                      <a:srgbClr val="002E15"/>
                    </a:solidFill>
                  </a:tcPr>
                </a:tc>
                <a:extLst>
                  <a:ext uri="{0D108BD9-81ED-4DB2-BD59-A6C34878D82A}">
                    <a16:rowId xmlns:a16="http://schemas.microsoft.com/office/drawing/2014/main" val="906458301"/>
                  </a:ext>
                </a:extLst>
              </a:tr>
              <a:tr h="847985">
                <a:tc>
                  <a:txBody>
                    <a:bodyPr/>
                    <a:lstStyle/>
                    <a:p>
                      <a:pPr algn="l" fontAlgn="ctr">
                        <a:buNone/>
                      </a:pPr>
                      <a:r>
                        <a:rPr lang="en-US" sz="1600" b="1" dirty="0">
                          <a:solidFill>
                            <a:schemeClr val="bg1"/>
                          </a:solidFill>
                          <a:effectLst/>
                        </a:rPr>
                        <a:t>High Inflation</a:t>
                      </a:r>
                    </a:p>
                  </a:txBody>
                  <a:tcPr>
                    <a:lnL>
                      <a:noFill/>
                    </a:lnL>
                    <a:lnR>
                      <a:noFill/>
                    </a:lnR>
                    <a:lnT>
                      <a:noFill/>
                    </a:lnT>
                    <a:lnB>
                      <a:noFill/>
                    </a:lnB>
                    <a:solidFill>
                      <a:srgbClr val="002E15"/>
                    </a:solidFill>
                  </a:tcPr>
                </a:tc>
                <a:tc>
                  <a:txBody>
                    <a:bodyPr/>
                    <a:lstStyle/>
                    <a:p>
                      <a:pPr algn="l" fontAlgn="ctr">
                        <a:buNone/>
                      </a:pPr>
                      <a:r>
                        <a:rPr lang="en-US" sz="1600" b="1" dirty="0">
                          <a:solidFill>
                            <a:schemeClr val="bg1"/>
                          </a:solidFill>
                          <a:effectLst/>
                        </a:rPr>
                        <a:t>20.00</a:t>
                      </a:r>
                    </a:p>
                  </a:txBody>
                  <a:tcPr>
                    <a:lnL>
                      <a:noFill/>
                    </a:lnL>
                    <a:lnR>
                      <a:noFill/>
                    </a:lnR>
                    <a:lnT>
                      <a:noFill/>
                    </a:lnT>
                    <a:lnB>
                      <a:noFill/>
                    </a:lnB>
                    <a:solidFill>
                      <a:srgbClr val="002E15"/>
                    </a:solidFill>
                  </a:tcPr>
                </a:tc>
                <a:tc>
                  <a:txBody>
                    <a:bodyPr/>
                    <a:lstStyle/>
                    <a:p>
                      <a:pPr algn="l" fontAlgn="ctr">
                        <a:buNone/>
                      </a:pPr>
                      <a:r>
                        <a:rPr lang="en-US" sz="1600" b="1" dirty="0">
                          <a:solidFill>
                            <a:schemeClr val="bg1"/>
                          </a:solidFill>
                          <a:effectLst/>
                        </a:rPr>
                        <a:t>40.00</a:t>
                      </a:r>
                    </a:p>
                  </a:txBody>
                  <a:tcPr>
                    <a:lnL>
                      <a:noFill/>
                    </a:lnL>
                    <a:lnR>
                      <a:noFill/>
                    </a:lnR>
                    <a:lnT>
                      <a:noFill/>
                    </a:lnT>
                    <a:lnB>
                      <a:noFill/>
                    </a:lnB>
                    <a:solidFill>
                      <a:srgbClr val="002E15"/>
                    </a:solidFill>
                  </a:tcPr>
                </a:tc>
                <a:tc>
                  <a:txBody>
                    <a:bodyPr/>
                    <a:lstStyle/>
                    <a:p>
                      <a:pPr algn="l" fontAlgn="ctr">
                        <a:buNone/>
                      </a:pPr>
                      <a:r>
                        <a:rPr lang="en-US" sz="1600" b="1" dirty="0">
                          <a:solidFill>
                            <a:schemeClr val="bg1"/>
                          </a:solidFill>
                          <a:effectLst/>
                        </a:rPr>
                        <a:t>40.00</a:t>
                      </a:r>
                    </a:p>
                  </a:txBody>
                  <a:tcPr>
                    <a:lnL>
                      <a:noFill/>
                    </a:lnL>
                    <a:lnR>
                      <a:noFill/>
                    </a:lnR>
                    <a:lnT>
                      <a:noFill/>
                    </a:lnT>
                    <a:lnB>
                      <a:noFill/>
                    </a:lnB>
                    <a:solidFill>
                      <a:srgbClr val="002E15"/>
                    </a:solidFill>
                  </a:tcPr>
                </a:tc>
                <a:extLst>
                  <a:ext uri="{0D108BD9-81ED-4DB2-BD59-A6C34878D82A}">
                    <a16:rowId xmlns:a16="http://schemas.microsoft.com/office/drawing/2014/main" val="672361521"/>
                  </a:ext>
                </a:extLst>
              </a:tr>
              <a:tr h="847985">
                <a:tc>
                  <a:txBody>
                    <a:bodyPr/>
                    <a:lstStyle/>
                    <a:p>
                      <a:pPr algn="l" fontAlgn="ctr">
                        <a:buNone/>
                      </a:pPr>
                      <a:r>
                        <a:rPr lang="en-US" sz="1600" b="1" dirty="0">
                          <a:solidFill>
                            <a:schemeClr val="bg1"/>
                          </a:solidFill>
                          <a:effectLst/>
                        </a:rPr>
                        <a:t>Normal</a:t>
                      </a:r>
                    </a:p>
                  </a:txBody>
                  <a:tcPr>
                    <a:lnL>
                      <a:noFill/>
                    </a:lnL>
                    <a:lnR>
                      <a:noFill/>
                    </a:lnR>
                    <a:lnT>
                      <a:noFill/>
                    </a:lnT>
                    <a:lnB>
                      <a:noFill/>
                    </a:lnB>
                    <a:solidFill>
                      <a:srgbClr val="002E15"/>
                    </a:solidFill>
                  </a:tcPr>
                </a:tc>
                <a:tc>
                  <a:txBody>
                    <a:bodyPr/>
                    <a:lstStyle/>
                    <a:p>
                      <a:pPr lvl="0" algn="l" fontAlgn="ctr">
                        <a:buNone/>
                      </a:pPr>
                      <a:r>
                        <a:rPr lang="en-US" sz="1600" b="1" dirty="0">
                          <a:solidFill>
                            <a:schemeClr val="bg1"/>
                          </a:solidFill>
                          <a:effectLst/>
                        </a:rPr>
                        <a:t>5.88</a:t>
                      </a:r>
                    </a:p>
                  </a:txBody>
                  <a:tcPr>
                    <a:lnL>
                      <a:noFill/>
                    </a:lnL>
                    <a:lnR>
                      <a:noFill/>
                    </a:lnR>
                    <a:lnT>
                      <a:noFill/>
                    </a:lnT>
                    <a:lnB>
                      <a:noFill/>
                    </a:lnB>
                    <a:solidFill>
                      <a:srgbClr val="002E15"/>
                    </a:solidFill>
                  </a:tcPr>
                </a:tc>
                <a:tc>
                  <a:txBody>
                    <a:bodyPr/>
                    <a:lstStyle/>
                    <a:p>
                      <a:pPr algn="l" fontAlgn="ctr">
                        <a:buNone/>
                      </a:pPr>
                      <a:r>
                        <a:rPr lang="en-US" sz="1600" b="1" dirty="0">
                          <a:solidFill>
                            <a:schemeClr val="bg1"/>
                          </a:solidFill>
                          <a:effectLst/>
                        </a:rPr>
                        <a:t>70.59</a:t>
                      </a:r>
                    </a:p>
                  </a:txBody>
                  <a:tcPr>
                    <a:lnL>
                      <a:noFill/>
                    </a:lnL>
                    <a:lnR>
                      <a:noFill/>
                    </a:lnR>
                    <a:lnT>
                      <a:noFill/>
                    </a:lnT>
                    <a:lnB>
                      <a:noFill/>
                    </a:lnB>
                    <a:solidFill>
                      <a:srgbClr val="002E15"/>
                    </a:solidFill>
                  </a:tcPr>
                </a:tc>
                <a:tc>
                  <a:txBody>
                    <a:bodyPr/>
                    <a:lstStyle/>
                    <a:p>
                      <a:pPr algn="l" fontAlgn="ctr">
                        <a:buNone/>
                      </a:pPr>
                      <a:r>
                        <a:rPr lang="en-US" sz="1600" b="1" dirty="0">
                          <a:solidFill>
                            <a:schemeClr val="bg1"/>
                          </a:solidFill>
                          <a:effectLst/>
                        </a:rPr>
                        <a:t>23.53</a:t>
                      </a:r>
                    </a:p>
                  </a:txBody>
                  <a:tcPr>
                    <a:lnL>
                      <a:noFill/>
                    </a:lnL>
                    <a:lnR>
                      <a:noFill/>
                    </a:lnR>
                    <a:lnT>
                      <a:noFill/>
                    </a:lnT>
                    <a:lnB>
                      <a:noFill/>
                    </a:lnB>
                    <a:solidFill>
                      <a:srgbClr val="002E15"/>
                    </a:solidFill>
                  </a:tcPr>
                </a:tc>
                <a:extLst>
                  <a:ext uri="{0D108BD9-81ED-4DB2-BD59-A6C34878D82A}">
                    <a16:rowId xmlns:a16="http://schemas.microsoft.com/office/drawing/2014/main" val="318725990"/>
                  </a:ext>
                </a:extLst>
              </a:tr>
            </a:tbl>
          </a:graphicData>
        </a:graphic>
      </p:graphicFrame>
      <p:sp>
        <p:nvSpPr>
          <p:cNvPr id="8" name="TextBox 7">
            <a:extLst>
              <a:ext uri="{FF2B5EF4-FFF2-40B4-BE49-F238E27FC236}">
                <a16:creationId xmlns:a16="http://schemas.microsoft.com/office/drawing/2014/main" id="{0B19F7B7-814C-AEF4-9E94-266F750B156A}"/>
              </a:ext>
            </a:extLst>
          </p:cNvPr>
          <p:cNvSpPr txBox="1"/>
          <p:nvPr/>
        </p:nvSpPr>
        <p:spPr>
          <a:xfrm>
            <a:off x="4826833" y="5954878"/>
            <a:ext cx="4144173" cy="830997"/>
          </a:xfrm>
          <a:prstGeom prst="rect">
            <a:avLst/>
          </a:prstGeom>
          <a:noFill/>
        </p:spPr>
        <p:txBody>
          <a:bodyPr wrap="square">
            <a:spAutoFit/>
          </a:bodyPr>
          <a:lstStyle/>
          <a:p>
            <a:pPr>
              <a:buNone/>
            </a:pPr>
            <a:r>
              <a:rPr lang="en-US" sz="1200" b="1" dirty="0">
                <a:solidFill>
                  <a:srgbClr val="88F4B4"/>
                </a:solidFill>
              </a:rPr>
              <a:t>Explanation</a:t>
            </a:r>
          </a:p>
          <a:p>
            <a:pPr>
              <a:buNone/>
            </a:pPr>
            <a:r>
              <a:rPr lang="en-US" sz="1200" b="1" dirty="0">
                <a:solidFill>
                  <a:srgbClr val="88F4B4"/>
                </a:solidFill>
              </a:rPr>
              <a:t>Lower and stable inflation was associated with stronger economic performance, while high inflation reduced economic growth outcomes</a:t>
            </a:r>
            <a:r>
              <a:rPr lang="en-US" sz="1200" b="1" dirty="0"/>
              <a:t>.</a:t>
            </a:r>
            <a:endParaRPr lang="en-US" sz="1200" dirty="0"/>
          </a:p>
        </p:txBody>
      </p:sp>
    </p:spTree>
    <p:extLst>
      <p:ext uri="{BB962C8B-B14F-4D97-AF65-F5344CB8AC3E}">
        <p14:creationId xmlns:p14="http://schemas.microsoft.com/office/powerpoint/2010/main" val="1110936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44000">
              <a:srgbClr val="002E15"/>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4CC30F-83D8-39CD-EDB6-840BA5DABEE9}"/>
              </a:ext>
            </a:extLst>
          </p:cNvPr>
          <p:cNvSpPr>
            <a:spLocks noGrp="1"/>
          </p:cNvSpPr>
          <p:nvPr>
            <p:ph type="title"/>
          </p:nvPr>
        </p:nvSpPr>
        <p:spPr>
          <a:xfrm>
            <a:off x="316963" y="366478"/>
            <a:ext cx="4353891" cy="470898"/>
          </a:xfrm>
        </p:spPr>
        <p:txBody>
          <a:bodyPr/>
          <a:lstStyle/>
          <a:p>
            <a:r>
              <a:rPr lang="en-US" b="1" cap="all" dirty="0"/>
              <a:t>Correlation Analysis</a:t>
            </a:r>
          </a:p>
        </p:txBody>
      </p:sp>
      <p:pic>
        <p:nvPicPr>
          <p:cNvPr id="17" name="Picture 16">
            <a:extLst>
              <a:ext uri="{FF2B5EF4-FFF2-40B4-BE49-F238E27FC236}">
                <a16:creationId xmlns:a16="http://schemas.microsoft.com/office/drawing/2014/main" id="{8A2AF31C-4677-FD7F-3D3A-70621DB1717B}"/>
              </a:ext>
            </a:extLst>
          </p:cNvPr>
          <p:cNvPicPr>
            <a:picLocks noChangeAspect="1"/>
          </p:cNvPicPr>
          <p:nvPr/>
        </p:nvPicPr>
        <p:blipFill>
          <a:blip r:embed="rId2"/>
          <a:stretch>
            <a:fillRect/>
          </a:stretch>
        </p:blipFill>
        <p:spPr>
          <a:xfrm>
            <a:off x="113182" y="1072825"/>
            <a:ext cx="4829521" cy="5402116"/>
          </a:xfrm>
          <a:prstGeom prst="rect">
            <a:avLst/>
          </a:prstGeom>
        </p:spPr>
      </p:pic>
      <p:sp>
        <p:nvSpPr>
          <p:cNvPr id="20" name="TextBox 19">
            <a:extLst>
              <a:ext uri="{FF2B5EF4-FFF2-40B4-BE49-F238E27FC236}">
                <a16:creationId xmlns:a16="http://schemas.microsoft.com/office/drawing/2014/main" id="{AD474BBF-DF1E-5157-3B9C-1EE11E495E2E}"/>
              </a:ext>
            </a:extLst>
          </p:cNvPr>
          <p:cNvSpPr txBox="1"/>
          <p:nvPr/>
        </p:nvSpPr>
        <p:spPr>
          <a:xfrm>
            <a:off x="5128054" y="1134609"/>
            <a:ext cx="3929449" cy="5016758"/>
          </a:xfrm>
          <a:prstGeom prst="rect">
            <a:avLst/>
          </a:prstGeom>
          <a:noFill/>
        </p:spPr>
        <p:txBody>
          <a:bodyPr wrap="square" rtlCol="0">
            <a:spAutoFit/>
          </a:bodyPr>
          <a:lstStyle/>
          <a:p>
            <a:r>
              <a:rPr lang="en-US" sz="1600" b="1" dirty="0"/>
              <a:t>Simple Interpretations</a:t>
            </a:r>
          </a:p>
          <a:p>
            <a:endParaRPr lang="en-US" sz="1600" b="1" dirty="0"/>
          </a:p>
          <a:p>
            <a:r>
              <a:rPr lang="en-US" sz="1600" b="1" dirty="0"/>
              <a:t>GDP Growth &amp; Oil Revenue (0.56):</a:t>
            </a:r>
            <a:r>
              <a:rPr lang="en-US" sz="1600" dirty="0"/>
              <a:t> Moderate positive relationship. </a:t>
            </a:r>
          </a:p>
          <a:p>
            <a:r>
              <a:rPr lang="en-US" sz="1600" b="1" dirty="0"/>
              <a:t>GDP Growth &amp; Agriculture (0.38):</a:t>
            </a:r>
            <a:r>
              <a:rPr lang="en-US" sz="1600" dirty="0"/>
              <a:t> Weak positive relationship. </a:t>
            </a:r>
          </a:p>
          <a:p>
            <a:r>
              <a:rPr lang="en-US" sz="1600" b="1" dirty="0"/>
              <a:t>GDP Growth &amp; Exchange Rate (-0.77):</a:t>
            </a:r>
            <a:r>
              <a:rPr lang="en-US" sz="1600" dirty="0"/>
              <a:t> Strong negative relationship. </a:t>
            </a:r>
          </a:p>
          <a:p>
            <a:r>
              <a:rPr lang="en-US" sz="1600" b="1" dirty="0"/>
              <a:t>Oil Revenue &amp; Exchange Rate (-0.73):</a:t>
            </a:r>
            <a:r>
              <a:rPr lang="en-US" sz="1600" dirty="0"/>
              <a:t> Strong negative relationship. </a:t>
            </a:r>
          </a:p>
          <a:p>
            <a:r>
              <a:rPr lang="en-US" sz="1600" b="1" dirty="0"/>
              <a:t>Agriculture &amp; Inflation (0.30):</a:t>
            </a:r>
            <a:r>
              <a:rPr lang="en-US" sz="1600" dirty="0"/>
              <a:t> Weak positive relationship. </a:t>
            </a:r>
          </a:p>
          <a:p>
            <a:r>
              <a:rPr lang="en-US" sz="1600" b="1" dirty="0"/>
              <a:t>Agriculture &amp; Oil Revenue (0.079):</a:t>
            </a:r>
            <a:r>
              <a:rPr lang="en-US" sz="1600" dirty="0"/>
              <a:t> Very weak relationship. </a:t>
            </a:r>
          </a:p>
          <a:p>
            <a:endParaRPr lang="en-US" sz="1600" dirty="0"/>
          </a:p>
          <a:p>
            <a:r>
              <a:rPr lang="en-US" sz="1600" b="1" dirty="0"/>
              <a:t>Insight:</a:t>
            </a:r>
            <a:r>
              <a:rPr lang="en-US" sz="1600" dirty="0"/>
              <a:t> Exchange rate had the strongest influence on economic performance, while agriculture provided a more stable contribution than the volatile oil sector.</a:t>
            </a:r>
          </a:p>
          <a:p>
            <a:r>
              <a:rPr lang="en-US" sz="1600" dirty="0"/>
              <a:t>each other</a:t>
            </a:r>
          </a:p>
        </p:txBody>
      </p:sp>
    </p:spTree>
    <p:extLst>
      <p:ext uri="{BB962C8B-B14F-4D97-AF65-F5344CB8AC3E}">
        <p14:creationId xmlns:p14="http://schemas.microsoft.com/office/powerpoint/2010/main" val="1110936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56000">
              <a:srgbClr val="002E15"/>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4CC30F-83D8-39CD-EDB6-840BA5DABEE9}"/>
              </a:ext>
            </a:extLst>
          </p:cNvPr>
          <p:cNvSpPr>
            <a:spLocks noGrp="1"/>
          </p:cNvSpPr>
          <p:nvPr>
            <p:ph type="title"/>
          </p:nvPr>
        </p:nvSpPr>
        <p:spPr>
          <a:xfrm>
            <a:off x="94542" y="197710"/>
            <a:ext cx="8262938" cy="494270"/>
          </a:xfrm>
        </p:spPr>
        <p:txBody>
          <a:bodyPr/>
          <a:lstStyle/>
          <a:p>
            <a:r>
              <a:rPr lang="en-US" b="1" cap="all" dirty="0"/>
              <a:t>Descriptive Statistics</a:t>
            </a:r>
          </a:p>
        </p:txBody>
      </p:sp>
      <p:sp>
        <p:nvSpPr>
          <p:cNvPr id="22" name="TextBox 21">
            <a:extLst>
              <a:ext uri="{FF2B5EF4-FFF2-40B4-BE49-F238E27FC236}">
                <a16:creationId xmlns:a16="http://schemas.microsoft.com/office/drawing/2014/main" id="{89819C7C-DD16-EC59-4B21-5FFED4CE64B1}"/>
              </a:ext>
            </a:extLst>
          </p:cNvPr>
          <p:cNvSpPr txBox="1"/>
          <p:nvPr/>
        </p:nvSpPr>
        <p:spPr>
          <a:xfrm>
            <a:off x="94542" y="4423928"/>
            <a:ext cx="8765253" cy="1815882"/>
          </a:xfrm>
          <a:prstGeom prst="rect">
            <a:avLst/>
          </a:prstGeom>
          <a:noFill/>
        </p:spPr>
        <p:txBody>
          <a:bodyPr wrap="square" rtlCol="0">
            <a:spAutoFit/>
          </a:bodyPr>
          <a:lstStyle/>
          <a:p>
            <a:r>
              <a:rPr lang="en-US" sz="1600" b="1" dirty="0"/>
              <a:t>Summary</a:t>
            </a:r>
          </a:p>
          <a:p>
            <a:r>
              <a:rPr lang="en-US" sz="1600" dirty="0"/>
              <a:t>The results indicate moderate economic growth during the study period, accompanied by relatively stable sectoral contributions and inflation levels. However, the exchange rate exhibited substantial fluctuations, reflecting significant currency volatility over time. Overall, the findings suggest that while some economic indicators remained fairly consistent, others experienced considerable variation, highlighting the dynamic nature of Nigeria's economy between 2000 and 2021.</a:t>
            </a:r>
          </a:p>
        </p:txBody>
      </p:sp>
      <p:pic>
        <p:nvPicPr>
          <p:cNvPr id="23" name="Picture 22">
            <a:extLst>
              <a:ext uri="{FF2B5EF4-FFF2-40B4-BE49-F238E27FC236}">
                <a16:creationId xmlns:a16="http://schemas.microsoft.com/office/drawing/2014/main" id="{A3FC5997-347F-E3DD-6AC8-5C17FC36BDFB}"/>
              </a:ext>
            </a:extLst>
          </p:cNvPr>
          <p:cNvPicPr>
            <a:picLocks noChangeAspect="1"/>
          </p:cNvPicPr>
          <p:nvPr/>
        </p:nvPicPr>
        <p:blipFill>
          <a:blip r:embed="rId2"/>
          <a:srcRect t="16041" b="16406"/>
          <a:stretch>
            <a:fillRect/>
          </a:stretch>
        </p:blipFill>
        <p:spPr>
          <a:xfrm>
            <a:off x="247136" y="864975"/>
            <a:ext cx="8501448" cy="3200398"/>
          </a:xfrm>
          <a:prstGeom prst="rect">
            <a:avLst/>
          </a:prstGeom>
        </p:spPr>
      </p:pic>
    </p:spTree>
    <p:extLst>
      <p:ext uri="{BB962C8B-B14F-4D97-AF65-F5344CB8AC3E}">
        <p14:creationId xmlns:p14="http://schemas.microsoft.com/office/powerpoint/2010/main" val="1110936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56000">
              <a:srgbClr val="002E15"/>
            </a:gs>
            <a:gs pos="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canvas-v-c2r1-w21h70">
            <a:extLst>
              <a:ext uri="{FF2B5EF4-FFF2-40B4-BE49-F238E27FC236}">
                <a16:creationId xmlns:a16="http://schemas.microsoft.com/office/drawing/2014/main" id="{A5F7A3F1-E51C-37D3-8BC8-FB60DD5F2CD4}"/>
              </a:ext>
            </a:extLst>
          </p:cNvPr>
          <p:cNvSpPr>
            <a:spLocks noGrp="1"/>
          </p:cNvSpPr>
          <p:nvPr>
            <p:ph sz="quarter" idx="13"/>
          </p:nvPr>
        </p:nvSpPr>
        <p:spPr>
          <a:xfrm>
            <a:off x="2546748" y="1477056"/>
            <a:ext cx="1944200" cy="4985528"/>
          </a:xfrm>
        </p:spPr>
        <p:txBody>
          <a:bodyPr/>
          <a:lstStyle/>
          <a:p>
            <a:pPr indent="0"/>
            <a:r>
              <a:rPr lang="en-US" sz="1600" b="1" dirty="0">
                <a:latin typeface="+mj-lt"/>
                <a:cs typeface="+mj-lt"/>
              </a:rPr>
              <a:t>Limited Study Period</a:t>
            </a:r>
          </a:p>
          <a:p>
            <a:pPr indent="0"/>
            <a:r>
              <a:rPr lang="en-US" sz="1600" dirty="0"/>
              <a:t>The analysis covered only the period from </a:t>
            </a:r>
            <a:r>
              <a:rPr lang="en-US" sz="1600" b="1" dirty="0"/>
              <a:t>2000 to 2021</a:t>
            </a:r>
            <a:r>
              <a:rPr lang="en-US" sz="1600" dirty="0"/>
              <a:t>. Economic events occurring before or after this period were not considered</a:t>
            </a:r>
            <a:r>
              <a:rPr lang="en-US" dirty="0"/>
              <a:t>.</a:t>
            </a:r>
          </a:p>
        </p:txBody>
      </p:sp>
      <p:sp>
        <p:nvSpPr>
          <p:cNvPr id="3" name="canvas-v-c1r1-w21h70">
            <a:extLst>
              <a:ext uri="{FF2B5EF4-FFF2-40B4-BE49-F238E27FC236}">
                <a16:creationId xmlns:a16="http://schemas.microsoft.com/office/drawing/2014/main" id="{C365F530-6069-69CF-131F-5F1164CABF68}"/>
              </a:ext>
            </a:extLst>
          </p:cNvPr>
          <p:cNvSpPr>
            <a:spLocks noGrp="1"/>
          </p:cNvSpPr>
          <p:nvPr>
            <p:ph sz="quarter" idx="14"/>
          </p:nvPr>
        </p:nvSpPr>
        <p:spPr>
          <a:xfrm>
            <a:off x="440533" y="1485304"/>
            <a:ext cx="1944290" cy="4977280"/>
          </a:xfrm>
        </p:spPr>
        <p:txBody>
          <a:bodyPr/>
          <a:lstStyle/>
          <a:p>
            <a:pPr indent="0"/>
            <a:r>
              <a:rPr lang="en-US" sz="1400" b="1" dirty="0">
                <a:latin typeface="+mj-lt"/>
                <a:cs typeface="+mj-lt"/>
              </a:rPr>
              <a:t>Dependence on Secondary Data</a:t>
            </a:r>
          </a:p>
          <a:p>
            <a:pPr indent="0"/>
            <a:r>
              <a:rPr lang="en-US" sz="1400" dirty="0"/>
              <a:t>The study relied entirely on data obtained from the World Bank and National Bureau of Statistics (NBS). Therefore, the accuracy of the findings depends on the reliability of these sources.</a:t>
            </a:r>
          </a:p>
        </p:txBody>
      </p:sp>
      <p:sp>
        <p:nvSpPr>
          <p:cNvPr id="4" name="canvas-v-c3r1-w21h70">
            <a:extLst>
              <a:ext uri="{FF2B5EF4-FFF2-40B4-BE49-F238E27FC236}">
                <a16:creationId xmlns:a16="http://schemas.microsoft.com/office/drawing/2014/main" id="{F0F0BC6A-A2A7-2F60-F798-6AFADAF13710}"/>
              </a:ext>
            </a:extLst>
          </p:cNvPr>
          <p:cNvSpPr>
            <a:spLocks noGrp="1"/>
          </p:cNvSpPr>
          <p:nvPr>
            <p:ph sz="quarter" idx="15"/>
          </p:nvPr>
        </p:nvSpPr>
        <p:spPr>
          <a:xfrm>
            <a:off x="4652963" y="1484312"/>
            <a:ext cx="1944200" cy="4978271"/>
          </a:xfrm>
        </p:spPr>
        <p:txBody>
          <a:bodyPr/>
          <a:lstStyle/>
          <a:p>
            <a:pPr indent="0"/>
            <a:r>
              <a:rPr lang="en-US" sz="1600" b="1" dirty="0">
                <a:latin typeface="+mj-lt"/>
                <a:cs typeface="+mj-lt"/>
              </a:rPr>
              <a:t>Restricted Variables</a:t>
            </a:r>
          </a:p>
          <a:p>
            <a:pPr indent="0"/>
            <a:r>
              <a:rPr lang="en-US" sz="1600" dirty="0"/>
              <a:t>The study focused on Agricultural GDP, Oil Revenue, GDP Growth Rate, Inflation Rate, and Exchange Rate. Other important economic variables that may influence growth were excluded</a:t>
            </a:r>
          </a:p>
        </p:txBody>
      </p:sp>
      <p:sp>
        <p:nvSpPr>
          <p:cNvPr id="5" name="Title 4">
            <a:extLst>
              <a:ext uri="{FF2B5EF4-FFF2-40B4-BE49-F238E27FC236}">
                <a16:creationId xmlns:a16="http://schemas.microsoft.com/office/drawing/2014/main" id="{46F5C446-7E31-0001-559B-DAD048D7BB02}"/>
              </a:ext>
            </a:extLst>
          </p:cNvPr>
          <p:cNvSpPr>
            <a:spLocks noGrp="1"/>
          </p:cNvSpPr>
          <p:nvPr>
            <p:ph type="title"/>
          </p:nvPr>
        </p:nvSpPr>
        <p:spPr/>
        <p:txBody>
          <a:bodyPr/>
          <a:lstStyle/>
          <a:p>
            <a:r>
              <a:rPr lang="en-US" b="1" cap="all" dirty="0"/>
              <a:t>Limitations of the Study</a:t>
            </a:r>
          </a:p>
        </p:txBody>
      </p:sp>
      <p:sp>
        <p:nvSpPr>
          <p:cNvPr id="6" name="canvas-v-c4r1-w21h70">
            <a:extLst>
              <a:ext uri="{FF2B5EF4-FFF2-40B4-BE49-F238E27FC236}">
                <a16:creationId xmlns:a16="http://schemas.microsoft.com/office/drawing/2014/main" id="{2813348C-DD85-B1B3-DE21-210BE2B18FEF}"/>
              </a:ext>
            </a:extLst>
          </p:cNvPr>
          <p:cNvSpPr>
            <a:spLocks noGrp="1"/>
          </p:cNvSpPr>
          <p:nvPr>
            <p:ph sz="quarter" idx="16"/>
          </p:nvPr>
        </p:nvSpPr>
        <p:spPr>
          <a:xfrm>
            <a:off x="6759269" y="1484313"/>
            <a:ext cx="1944200" cy="4978270"/>
          </a:xfrm>
        </p:spPr>
        <p:txBody>
          <a:bodyPr/>
          <a:lstStyle/>
          <a:p>
            <a:pPr indent="0"/>
            <a:r>
              <a:rPr lang="en-US" sz="1600" b="1" dirty="0">
                <a:latin typeface="+mj-lt"/>
                <a:cs typeface="+mj-lt"/>
              </a:rPr>
              <a:t>Historical Data Constraints</a:t>
            </a:r>
          </a:p>
          <a:p>
            <a:pPr indent="0"/>
            <a:r>
              <a:rPr lang="en-US" sz="1600" dirty="0"/>
              <a:t>The findings are based on historical trends and relationships, which may not fully reflect future economic conditions or policy changes</a:t>
            </a:r>
          </a:p>
        </p:txBody>
      </p:sp>
    </p:spTree>
    <p:extLst>
      <p:ext uri="{BB962C8B-B14F-4D97-AF65-F5344CB8AC3E}">
        <p14:creationId xmlns:p14="http://schemas.microsoft.com/office/powerpoint/2010/main" val="3542868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56000">
              <a:srgbClr val="002E15"/>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968F03E-8A7E-F72E-678B-AD0F1222CF4C}"/>
              </a:ext>
            </a:extLst>
          </p:cNvPr>
          <p:cNvSpPr>
            <a:spLocks noGrp="1"/>
          </p:cNvSpPr>
          <p:nvPr>
            <p:ph type="title"/>
          </p:nvPr>
        </p:nvSpPr>
        <p:spPr>
          <a:xfrm>
            <a:off x="160638" y="210065"/>
            <a:ext cx="4023991" cy="938213"/>
          </a:xfrm>
        </p:spPr>
        <p:txBody>
          <a:bodyPr/>
          <a:lstStyle/>
          <a:p>
            <a:r>
              <a:rPr lang="en-US" sz="2800" b="1" dirty="0"/>
              <a:t>Conclusion and Recommendation</a:t>
            </a:r>
            <a:br>
              <a:rPr lang="en-US" sz="2800" dirty="0"/>
            </a:br>
            <a:endParaRPr lang="en-US" dirty="0"/>
          </a:p>
        </p:txBody>
      </p:sp>
      <p:sp>
        <p:nvSpPr>
          <p:cNvPr id="2" name="Rectangle: Rounded Corners 1">
            <a:extLst>
              <a:ext uri="{FF2B5EF4-FFF2-40B4-BE49-F238E27FC236}">
                <a16:creationId xmlns:a16="http://schemas.microsoft.com/office/drawing/2014/main" id="{01A13BE0-FE1C-A8D4-105C-7949A92139FD}"/>
              </a:ext>
            </a:extLst>
          </p:cNvPr>
          <p:cNvSpPr/>
          <p:nvPr/>
        </p:nvSpPr>
        <p:spPr>
          <a:xfrm>
            <a:off x="292250" y="1396313"/>
            <a:ext cx="3744097" cy="4596713"/>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Conclusion</a:t>
            </a:r>
          </a:p>
          <a:p>
            <a:pPr algn="ctr"/>
            <a:r>
              <a:rPr lang="en-US" sz="1600" dirty="0"/>
              <a:t>The study found that agriculture contributed more steadily to Nigeria’s economic growth between 2000 and 2021 compared to oil revenue, which was highly volatile due to global price fluctuations. While oil remains important for foreign exchange and government revenue, agriculture emerged as a more stable driver of growth. Overall, the results emphasize the need for economic diversification and stronger support for the agricultural sector to achieve sustainable growth</a:t>
            </a:r>
            <a:r>
              <a:rPr lang="en-US" sz="1400" dirty="0"/>
              <a:t>.</a:t>
            </a:r>
          </a:p>
        </p:txBody>
      </p:sp>
      <p:sp>
        <p:nvSpPr>
          <p:cNvPr id="4" name="Rectangle: Rounded Corners 3">
            <a:extLst>
              <a:ext uri="{FF2B5EF4-FFF2-40B4-BE49-F238E27FC236}">
                <a16:creationId xmlns:a16="http://schemas.microsoft.com/office/drawing/2014/main" id="{6A690F66-F422-0275-0736-7E2740BF4D18}"/>
              </a:ext>
            </a:extLst>
          </p:cNvPr>
          <p:cNvSpPr/>
          <p:nvPr/>
        </p:nvSpPr>
        <p:spPr>
          <a:xfrm>
            <a:off x="4184629" y="0"/>
            <a:ext cx="4494127" cy="6825048"/>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t>Recommendations</a:t>
            </a:r>
          </a:p>
          <a:p>
            <a:endParaRPr lang="en-US" sz="1600" b="1" dirty="0"/>
          </a:p>
          <a:p>
            <a:r>
              <a:rPr lang="en-US" sz="1600" b="1" dirty="0"/>
              <a:t>1. Increase Investment in Agriculture</a:t>
            </a:r>
          </a:p>
          <a:p>
            <a:r>
              <a:rPr lang="en-US" sz="1600" dirty="0"/>
              <a:t>Government should invest more in agricultural infrastructure, mechanization, irrigation systems, and modern farming techniques to improve productivity and output.</a:t>
            </a:r>
          </a:p>
          <a:p>
            <a:r>
              <a:rPr lang="en-US" sz="1600" b="1" dirty="0"/>
              <a:t>2. Promote Economic Diversification</a:t>
            </a:r>
          </a:p>
          <a:p>
            <a:r>
              <a:rPr lang="en-US" sz="1600" dirty="0"/>
              <a:t>Efforts should be intensified to reduce overdependence on oil revenue by developing agriculture and other productive sectors of the economy.</a:t>
            </a:r>
          </a:p>
          <a:p>
            <a:r>
              <a:rPr lang="en-US" sz="1600" b="1" dirty="0"/>
              <a:t>3. Improve Access to Agricultural Finance</a:t>
            </a:r>
          </a:p>
          <a:p>
            <a:r>
              <a:rPr lang="en-US" sz="1600" dirty="0"/>
              <a:t>Farmers and agribusinesses should be provided with affordable loans and financial support to encourage expansion and innovation.</a:t>
            </a:r>
          </a:p>
          <a:p>
            <a:r>
              <a:rPr lang="en-US" sz="1600" b="1" dirty="0"/>
              <a:t>4. Maintain Macroeconomic Stability</a:t>
            </a:r>
          </a:p>
          <a:p>
            <a:r>
              <a:rPr lang="en-US" sz="1600" dirty="0"/>
              <a:t>Policies aimed at controlling inflation and stabilizing exchange rates should be strengthened to create a favorable environment for economic growth.</a:t>
            </a:r>
          </a:p>
        </p:txBody>
      </p:sp>
    </p:spTree>
    <p:extLst>
      <p:ext uri="{BB962C8B-B14F-4D97-AF65-F5344CB8AC3E}">
        <p14:creationId xmlns:p14="http://schemas.microsoft.com/office/powerpoint/2010/main" val="628953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56000">
              <a:srgbClr val="002E15"/>
            </a:gs>
            <a:gs pos="0">
              <a:schemeClr val="tx2"/>
            </a:gs>
          </a:gsLst>
          <a:path path="circle">
            <a:fillToRect l="100000" t="100000"/>
          </a:path>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BBEDB3F-62AB-4126-4113-B1980CC1DFA7}"/>
              </a:ext>
            </a:extLst>
          </p:cNvPr>
          <p:cNvSpPr/>
          <p:nvPr/>
        </p:nvSpPr>
        <p:spPr>
          <a:xfrm>
            <a:off x="1019331" y="359763"/>
            <a:ext cx="7045377" cy="4437090"/>
          </a:xfrm>
          <a:prstGeom prst="rect">
            <a:avLst/>
          </a:prstGeom>
          <a:solidFill>
            <a:srgbClr val="002E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t>Thank You </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6" name="Oval 5">
            <a:extLst>
              <a:ext uri="{FF2B5EF4-FFF2-40B4-BE49-F238E27FC236}">
                <a16:creationId xmlns:a16="http://schemas.microsoft.com/office/drawing/2014/main" id="{B7D848DE-F0D8-DD3E-5690-1DFDE382427C}"/>
              </a:ext>
            </a:extLst>
          </p:cNvPr>
          <p:cNvSpPr/>
          <p:nvPr/>
        </p:nvSpPr>
        <p:spPr>
          <a:xfrm>
            <a:off x="1019331" y="2743199"/>
            <a:ext cx="7045378" cy="1184224"/>
          </a:xfrm>
          <a:prstGeom prst="ellipse">
            <a:avLst/>
          </a:prstGeom>
          <a:solidFill>
            <a:srgbClr val="644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Questions and Discussions…………….</a:t>
            </a:r>
          </a:p>
        </p:txBody>
      </p:sp>
      <p:sp>
        <p:nvSpPr>
          <p:cNvPr id="7" name="TextBox 6">
            <a:extLst>
              <a:ext uri="{FF2B5EF4-FFF2-40B4-BE49-F238E27FC236}">
                <a16:creationId xmlns:a16="http://schemas.microsoft.com/office/drawing/2014/main" id="{5D8A6BF4-D0DD-2BFF-DBE9-F5ED626098E7}"/>
              </a:ext>
            </a:extLst>
          </p:cNvPr>
          <p:cNvSpPr txBox="1"/>
          <p:nvPr/>
        </p:nvSpPr>
        <p:spPr>
          <a:xfrm>
            <a:off x="2623278" y="5611105"/>
            <a:ext cx="4569456" cy="923330"/>
          </a:xfrm>
          <a:prstGeom prst="rect">
            <a:avLst/>
          </a:prstGeom>
          <a:noFill/>
        </p:spPr>
        <p:txBody>
          <a:bodyPr wrap="none" rtlCol="0">
            <a:spAutoFit/>
          </a:bodyPr>
          <a:lstStyle/>
          <a:p>
            <a:pPr algn="ctr"/>
            <a:r>
              <a:rPr lang="en-US" dirty="0"/>
              <a:t>Seeding Africa | FEMTECH Training Institute</a:t>
            </a:r>
          </a:p>
          <a:p>
            <a:pPr algn="ctr"/>
            <a:endParaRPr lang="en-US" dirty="0"/>
          </a:p>
          <a:p>
            <a:pPr algn="ctr"/>
            <a:r>
              <a:rPr lang="en-US" dirty="0"/>
              <a:t>2026</a:t>
            </a:r>
          </a:p>
        </p:txBody>
      </p:sp>
    </p:spTree>
    <p:extLst>
      <p:ext uri="{BB962C8B-B14F-4D97-AF65-F5344CB8AC3E}">
        <p14:creationId xmlns:p14="http://schemas.microsoft.com/office/powerpoint/2010/main" val="2495808955"/>
      </p:ext>
    </p:extLst>
  </p:cSld>
  <p:clrMapOvr>
    <a:masterClrMapping/>
  </p:clrMapOvr>
</p:sld>
</file>

<file path=ppt/theme/theme1.xml><?xml version="1.0" encoding="utf-8"?>
<a:theme xmlns:a="http://schemas.openxmlformats.org/drawingml/2006/main" name="Seoul-Theme">
  <a:themeElements>
    <a:clrScheme name="Seoul Canvas">
      <a:dk1>
        <a:srgbClr val="FFFFFF"/>
      </a:dk1>
      <a:lt1>
        <a:srgbClr val="FFFFFF"/>
      </a:lt1>
      <a:dk2>
        <a:srgbClr val="5B1CE7"/>
      </a:dk2>
      <a:lt2>
        <a:srgbClr val="100428"/>
      </a:lt2>
      <a:accent1>
        <a:srgbClr val="5B1CE7"/>
      </a:accent1>
      <a:accent2>
        <a:srgbClr val="BDA4F5"/>
      </a:accent2>
      <a:accent3>
        <a:srgbClr val="AF1ECC"/>
      </a:accent3>
      <a:accent4>
        <a:srgbClr val="9A1DD3"/>
      </a:accent4>
      <a:accent5>
        <a:srgbClr val="73159E"/>
      </a:accent5>
      <a:accent6>
        <a:srgbClr val="4D0E69"/>
      </a:accent6>
      <a:hlink>
        <a:srgbClr val="FFFFFF"/>
      </a:hlink>
      <a:folHlink>
        <a:srgbClr val="BFBFBF"/>
      </a:folHlink>
    </a:clrScheme>
    <a:fontScheme name="Seoul Canvas">
      <a:majorFont>
        <a:latin typeface="Century Gothic"/>
        <a:ea typeface=""/>
        <a:cs typeface=""/>
      </a:majorFont>
      <a:minorFont>
        <a:latin typeface="Segoe U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eoul-Theme" id="{F0B376CD-5201-46AF-9BC8-3C7ACE8BF401}" vid="{6C53E2BB-EF6F-4CE1-B93B-0FAC19B33BA2}"/>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333DBDF-57EF-41BE-8C79-05941EA47695}">
  <we:reference id="wa200005566" version="3.0.1.2" store="en-US" storeType="OMEX"/>
  <we:alternateReferences>
    <we:reference id="wa200005566" version="3.0.1.2" store="wa200005566" storeType="OMEX"/>
  </we:alternateReferences>
  <we:properties>
    <we:property name="theme" value="{&quot;name&quot;:&quot;Violet&quot;,&quot;color&quot;:&quot;#5B1CE7&quot;,&quot;colorPalette&quot;:[&quot;080010&quot;,&quot;FFFFFF&quot;,&quot;100428&quot;,&quot;5B1CE7&quot;,&quot;5B1CE7&quot;,&quot;7E1DDD&quot;,&quot;9A1DD3&quot;,&quot;AF1ECC&quot;,&quot;232323&quot;,&quot;100428&quot;,&quot;FFFFFF&quot;,&quot;BFBFBF&quot;],&quot;previewImages&quot;:[&quot;https://cpp.appsdowonders.com/assets/SlideTitle-seoul.webp&quot;,&quot;https://cpp.appsdowonders.com/assets/SlideAgenda-seoul.webp&quot;,&quot;https://cpp.appsdowonders.com/assets/SlideTextbox1V1-seoul.webp&quot;,&quot;https://cpp.appsdowonders.com/assets/SlideTextbox3V1-seoul.webp&quot;,&quot;https://cpp.appsdowonders.com/assets/SlideTable-seoul.webp&quot;,&quot;https://cpp.appsdowonders.com/assets/SlideTimelineV6-seoul.webp&quot;],&quot;isDefault&quot;:true,&quot;previewAnimation&quot;:&quot;https://cpp.appsdowonders.com/assets/seoul-preview.gif&quot;,&quot;index&quot;:0,&quot;template&quot;:&quot;Seoul&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929</TotalTime>
  <Words>983</Words>
  <Application>Microsoft Office PowerPoint</Application>
  <PresentationFormat>On-screen Show (4:3)</PresentationFormat>
  <Paragraphs>143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Segoe UI</vt:lpstr>
      <vt:lpstr>Seoul-Theme</vt:lpstr>
      <vt:lpstr>PowerPoint Presentation</vt:lpstr>
      <vt:lpstr>Report Agenda</vt:lpstr>
      <vt:lpstr>Methodology/Workflow</vt:lpstr>
      <vt:lpstr>Key Findings</vt:lpstr>
      <vt:lpstr>Economic Performance Analysis</vt:lpstr>
      <vt:lpstr>Trend and Comparative Analysis</vt:lpstr>
      <vt:lpstr>Correlation Analysis</vt:lpstr>
      <vt:lpstr>Descriptive Statistics</vt:lpstr>
      <vt:lpstr>Limitations of the Study</vt:lpstr>
      <vt:lpstr>Conclusion and Recommendation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Anifat Abbas</cp:lastModifiedBy>
  <cp:revision>17</cp:revision>
  <dcterms:created xsi:type="dcterms:W3CDTF">2013-01-27T09:14:16Z</dcterms:created>
  <dcterms:modified xsi:type="dcterms:W3CDTF">2026-06-19T22:14:25Z</dcterms:modified>
  <cp:category/>
</cp:coreProperties>
</file>